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ink/ink1.xml" ContentType="application/inkml+xml"/>
  <Override PartName="/ppt/ink/ink2.xml" ContentType="application/inkml+xml"/>
  <Override PartName="/ppt/ink/ink3.xml" ContentType="application/inkml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12"/>
  </p:notesMasterIdLst>
  <p:sldIdLst>
    <p:sldId id="256" r:id="rId5"/>
    <p:sldId id="418" r:id="rId6"/>
    <p:sldId id="419" r:id="rId7"/>
    <p:sldId id="425" r:id="rId8"/>
    <p:sldId id="422" r:id="rId9"/>
    <p:sldId id="423" r:id="rId10"/>
    <p:sldId id="424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C00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9C5F983-CA8B-0562-AE2E-053B41437FA7}" v="2" dt="2026-02-20T19:51:48.60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35" autoAdjust="0"/>
    <p:restoredTop sz="94660" autoAdjust="0"/>
  </p:normalViewPr>
  <p:slideViewPr>
    <p:cSldViewPr snapToGrid="0">
      <p:cViewPr varScale="1">
        <p:scale>
          <a:sx n="100" d="100"/>
          <a:sy n="100" d="100"/>
        </p:scale>
        <p:origin x="96" y="396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3828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presProps" Target="presProps.xml"/><Relationship Id="rId18" Type="http://schemas.microsoft.com/office/2015/10/relationships/revisionInfo" Target="revisionInfo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notesMaster" Target="notesMasters/notesMaster1.xml"/><Relationship Id="rId17" Type="http://schemas.microsoft.com/office/2016/11/relationships/changesInfo" Target="changesInfos/changesInfo1.xml"/><Relationship Id="rId2" Type="http://schemas.openxmlformats.org/officeDocument/2006/relationships/customXml" Target="../customXml/item2.xml"/><Relationship Id="rId16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theme" Target="theme/theme1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avid Petean" userId="S::petean.se.david@student.utcluj.ro::343b7778-5e80-4121-93fc-3d05f34b82c1" providerId="AD" clId="Web-{D9C5F983-CA8B-0562-AE2E-053B41437FA7}"/>
    <pc:docChg chg="modSld">
      <pc:chgData name="David Petean" userId="S::petean.se.david@student.utcluj.ro::343b7778-5e80-4121-93fc-3d05f34b82c1" providerId="AD" clId="Web-{D9C5F983-CA8B-0562-AE2E-053B41437FA7}" dt="2026-02-20T19:51:48.607" v="1" actId="1076"/>
      <pc:docMkLst>
        <pc:docMk/>
      </pc:docMkLst>
      <pc:sldChg chg="modSp">
        <pc:chgData name="David Petean" userId="S::petean.se.david@student.utcluj.ro::343b7778-5e80-4121-93fc-3d05f34b82c1" providerId="AD" clId="Web-{D9C5F983-CA8B-0562-AE2E-053B41437FA7}" dt="2026-02-20T19:51:48.607" v="1" actId="1076"/>
        <pc:sldMkLst>
          <pc:docMk/>
          <pc:sldMk cId="3644412566" sldId="419"/>
        </pc:sldMkLst>
        <pc:picChg chg="mod">
          <ac:chgData name="David Petean" userId="S::petean.se.david@student.utcluj.ro::343b7778-5e80-4121-93fc-3d05f34b82c1" providerId="AD" clId="Web-{D9C5F983-CA8B-0562-AE2E-053B41437FA7}" dt="2026-02-20T19:51:35.591" v="0" actId="1076"/>
          <ac:picMkLst>
            <pc:docMk/>
            <pc:sldMk cId="3644412566" sldId="419"/>
            <ac:picMk id="12" creationId="{C66E8EED-53DA-487C-A1BC-67C116976BE6}"/>
          </ac:picMkLst>
        </pc:picChg>
        <pc:picChg chg="mod">
          <ac:chgData name="David Petean" userId="S::petean.se.david@student.utcluj.ro::343b7778-5e80-4121-93fc-3d05f34b82c1" providerId="AD" clId="Web-{D9C5F983-CA8B-0562-AE2E-053B41437FA7}" dt="2026-02-20T19:51:48.607" v="1" actId="1076"/>
          <ac:picMkLst>
            <pc:docMk/>
            <pc:sldMk cId="3644412566" sldId="419"/>
            <ac:picMk id="13" creationId="{3BDB5CEE-9CF1-4AED-8BB7-FFAAF255EC33}"/>
          </ac:picMkLst>
        </pc:picChg>
      </pc:sldChg>
    </pc:docChg>
  </pc:docChgLst>
</pc:chgInfo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  <inkml:channel name="T" type="integer" max="2.14748E9" units="dev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5.68611" units="1/deg"/>
          <inkml:channelProperty channel="T" name="resolution" value="1" units="1/dev"/>
        </inkml:channelProperties>
      </inkml:inkSource>
      <inkml:timestamp xml:id="ts0" timeString="2021-01-12T08:05:54.197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20551 5236 599 0,'0'0'56'0,"0"0"37"16,0 0 37-16,0 0-79 15,0 0-7-15,0 0-5 16,-24-14-10-16,17 14 8 16,1 0 0-16,-2 0-15 15,-5 0-5-15,-1 7-13 16,-1 10-2-16,-3 4-1 15,-5 6 1-15,5 6-1 16,1 4 1-16,-2 2-2 16,11 7 1-16,-4 4-1 15,1 2 3-15,9 3 2 16,2-1-3-16,0 0 7 0,0-3-1 16,7-2 8-16,7-2-5 15,5-9-2-15,7-8-3 16,5-7-5-16,3-9-1 15,1-4-1-15,2-10 1 16,-2 0 5-16,0-5-3 16,2-13 7-16,1-6-6 15,-1-5-1-15,0-7-1 16,2-3-2-16,-6-4-2 16,-4-1-4-16,0-1 7 15,-10 2-1-15,-5 1 0 16,-3 0 1-16,-9 0 2 0,-2 3-1 15,0-3 2 1,0 0-1-16,-9 0-1 0,-7 0-1 16,1 9 2-16,-7 0-2 15,-1 10 1-15,-2 5 0 16,-2 2 1-16,-2 5 8 16,5 2-10-16,-1 1 3 15,2 5-3-15,2 3-1 16,-1 0 1-16,-1 0 0 15,2 18-2-15,-2 4-9 16,1 3-26-16,7-2-55 16,3-1-135-16,6-4-173 15</inkml:trace>
  <inkml:trace contextRef="#ctx0" brushRef="#br0" timeOffset="533.72">20305 5573 468 0,'0'0'39'16,"0"0"40"-16,0 0 52 15,0 0-59-15,0 0 22 16,0 0 0-16,40 90-29 16,-18-72-5-16,7 0-12 15,4-1-5-15,11-1-16 16,3-4 1-16,3-2-5 0,2-3 3 16,-3-6-8-16,5-1-7 15,0-5-3-15,2-15-5 16,-3-8 1-16,-1 0-4 15,-7 1-4-15,-7 7 0 16,-16 4-10-16,-9 12 2 16,-11 4-9-16,-2 0 3 15,-15 3-6-15,-18 19-78 16,-6 3-187-16,-15 4-403 16</inkml:trace>
  <inkml:trace contextRef="#ctx0" brushRef="#br0" timeOffset="1818.41">20998 6103 463 0,'0'0'122'16,"0"0"-52"-16,0 0 59 0,0 0-67 16,0 0-28-16,0 0 10 15,0 1-10-15,0-1 16 16,0 0 9-16,0-3-25 16,0-7-12-16,6-4-2 15,2-7-15-15,5-1-3 16,-3-3 0-16,2-2-1 15,1-2-1-15,-1 1 1 16,1 0-1-16,-1-2 0 16,0 2-5-16,5 3 5 15,-5 0-5-15,1 3-2 0,-1 1 4 16,1 5 3-16,-1 2 0 16,-2 2 2-16,-1 3-2 15,-3 2-3-15,-6 7 3 16,4 0-5-16,-4 0 4 15,0 0-11-15,0 0-5 16,0 0 9-16,2 10 8 16,-2 1 6-16,4 4-4 15,-4 2 4-15,0 4-6 16,0 3 2-16,0 0-1 16,0 2-1-16,0 0 2 15,0 0 0-15,-4-2 0 16,2 2 0-16,-2 0-2 15,2-1 1-15,-2-4 0 0,2 0-1 16,2-3 0-16,-5-1 0 16,5-2 0-16,0-2 0 15,-2-1 0-15,2-4-1 16,0-3-9-16,0-3-20 16,0-2-20-16,0 0-46 15,0 0-61-15,-6-7-158 16</inkml:trace>
  <inkml:trace contextRef="#ctx0" brushRef="#br0" timeOffset="2127.73">21109 5978 382 0,'0'0'304'16,"0"0"-281"-16,0 0 121 15,0 0-66-15,0 0-52 16,0 0 31-16,13-2 3 16,-7 2-15-16,9 0-3 15,-3 6-13-15,0-3-4 16,3 1-9-16,-3-1-10 0,5 0-5 15,-1 0-1-15,-1-1-17 16,1 0-40-16,-7-2-105 16,-9 4-324-16</inkml:trace>
  <inkml:trace contextRef="#ctx0" brushRef="#br0" timeOffset="2941.39">21552 5692 636 0,'0'0'36'16,"0"0"79"-16,0 0 13 0,0 0-103 15,0 0 6-15,0 0 8 16,25-2 7-16,-9 0-11 16,3 2-21-16,-1 0-2 15,1 0-10-15,0 0-2 16,1 0-6-16,-7 0-40 16,-1 0-41-16,-6 7-42 15,-6 2-49-15,0 1-88 16</inkml:trace>
  <inkml:trace contextRef="#ctx0" brushRef="#br0" timeOffset="3250.72">21527 5822 558 0,'0'0'111'0,"0"0"-36"16,0 0 61-16,0 0-69 16,0 0 8-16,0 0-16 15,56-5-25-15,-36 5-13 16,-1 0-4-16,2 0-15 15,1 0-2-15,3 0-10 0,-2 0-51 16,-2-1-151-16,-3-4-257 16</inkml:trace>
  <inkml:trace contextRef="#ctx0" brushRef="#br0" timeOffset="4058.48">22079 5575 496 0,'0'0'24'0,"0"0"95"16,0 0-39-16,0 0-50 15,0 0 21-15,0 0 3 16,-12-24-1-16,9 24 0 16,-3 0-4-16,2 0-26 15,-2 0-1-15,0 9-21 16,-7 3 2-16,3 5 0 15,-2 0-3-15,-1 4 3 16,1 3-1-16,-1 2 4 16,1 2 6-16,0-1 1 15,5-1 3-15,1 1-4 16,6-4-8-16,0 0-4 0,0-2 0 16,0-2-1-16,6 1 1 15,7-2-1-15,3-6 1 16,-1 1-9-16,1-9 8 15,5-2-3-15,-2-2-16 16,7-3 13-16,-5-13 6 16,4-5 1-16,0-6 0 15,-3-3 3-15,-5 1-3 16,-3-7 5-16,-1 2-5 16,-7 4 0-16,-6 3 1 15,0 2 0-15,0 2 4 16,0 4-3-16,-8 2 1 15,-5 4 1-15,-3 4 2 0,1 3-5 16,-5 3 5-16,1 3 2 16,5 0-8-16,-3 0-1 15,3 10-6-15,1 0-6 16,3 1-14-16,4 0-20 16,0 1-73-16,6 1-73 15,0-4-129-15</inkml:trace>
  <inkml:trace contextRef="#ctx0" brushRef="#br0" timeOffset="4488.58">22337 5883 396 0,'0'0'122'0,"0"0"-43"16,0 0 26-16,0 0-66 15,0 0-7-15,0 0 19 16,2 9-22-16,-2 9 9 16,0 1-13-16,0 7-9 15,0 1 2-15,-2 2-5 16,-6 0 2-16,6-3-15 15,-2-5-3-15,4-10-52 16,0-11-171-16,0 0-163 16</inkml:trace>
  <inkml:trace contextRef="#ctx0" brushRef="#br0" timeOffset="5259.41">22577 5552 261 0,'0'0'193'16,"0"0"-109"-16,0 0 43 16,0 0-59-16,0 0-34 15,0 0-4-15,0 3-6 0,-2 3 17 16,-2 1-5-16,-2 2-15 16,-1 1 0-16,1 2-12 15,0 2-2-15,0-3-6 16,0 4-1-16,-1-4-5 15,5-2 2-15,2-4-17 16,0-2 7-16,0-1-15 16,0 0-6-16,0-1 11 15,0 0 0-15,0-1 15 16,9 0-5-16,3 0 4 16,0 0 9-16,1 0 2 15,-1 0-2-15,5 0 0 16,-5 2 1-16,1 3 2 0,-1-1 5 15,-2 2 5-15,-1 2-10 16,1 2 5-16,-8 4 14 16,2 1 6-16,-4 0 4 15,0 2 0-15,0 3-1 16,-4-1 9-16,-4 0-2 16,-5-4 4-16,1-1-8 15,2-3-13-15,-3-2 0 16,1-4-1-16,-1-2-13 15,1-3-2-15,0 0-5 16,1 0-23-16,-1-10-59 16,6-8-41-16,-1-9-113 0,5-5-143 15</inkml:trace>
  <inkml:trace contextRef="#ctx0" brushRef="#br0" timeOffset="5561.51">22610 5466 39 0,'0'0'449'0,"0"0"-384"0,0 0 115 16,0 0-96-1,0 0-18-15,0 0-23 0,64 0-19 16,-51 0 11-16,-1 0 1 16,3 0-15-16,-7 0-2 15,2 3 0-15,3 1-19 16,-5 1-8-16,8-4-51 16,-3-1-66-16,3 0-117 15,-7 0-253-15</inkml:trace>
  <inkml:trace contextRef="#ctx0" brushRef="#br0" timeOffset="6414.51">23102 5388 327 0,'0'0'112'15,"0"0"-6"-15,0 0 19 16,0 0-63-16,0 0 10 15,0 0 3-15,-10-8-23 16,8 8-6-16,-2 0-14 16,-3 0-6-16,-1 5-22 15,-2 4-2-15,4 4 0 16,-5-1-1-16,5 5 0 16,-2-1-1-16,-3 1 1 15,5-1 1-15,4-2 2 0,2-4-4 16,0-4-5-1,0-2 2-15,8 0-7 0,9-4 0 16,-3 0-17-16,7 0 22 16,-2-4 4-16,-1-2 0 15,-3-3 0-15,3-1-2 16,-1 3 1-16,-7-2 2 16,-1 0 0-16,-3 1 0 15,-2-2 6-15,-4-2 2 16,0-2 4-16,0 3 6 15,0-3 6-15,0 3 14 16,-10-1-2-16,1 4-12 16,-5 3 1-16,1 0-25 15,-5 2-2-15,-3 3-11 0,-8 0-68 16,-6 2-96-16,-4 6-288 16</inkml:trace>
  <inkml:trace contextRef="#ctx0" brushRef="#br0" timeOffset="8681.44">20562 6588 576 0,'0'0'33'15,"0"0"111"-15,0 0-24 16,0 0-84-16,0 0 7 0,0 0-18 16,-7-5-22-16,3 10 8 15,-2 6-4-15,0 5 8 16,0 3-1-16,-3 7-1 16,-1 2 5-16,4 4-2 15,4-3-4-15,2-4-10 16,0-2 3-16,0-6-5 15,12-4-3-15,7-7 2 16,2-6-6-16,5 0 7 16,1-5-4-16,2-12 2 15,-2-4-3-15,0-1 1 0,-8 0-4 16,-5 1 1-16,-2 2 7 16,-5-1 1-16,-1 9-1 15,-6-2 3-15,0 10 0 16,0 1 6-16,0 2 8 15,-6 0-12-15,-3 2 3 16,-7 11-7-16,3 7-1 16,5 3 1-16,-4 5 0 15,6 3 1-15,-1 6-2 16,-1 6 1-16,6 3-1 16,2 5 3-16,0 5 5 15,0 4-5-15,0 4-1 0,0 0 1 16,0-6-1-1,0-7 2-15,0-9 1 0,0-8 0 16,0-5-5-16,0-6 4 16,0-8-1-16,-6-6-3 15,0-3 2-15,-5-4 1 16,-1-2 1-16,-7 0-4 16,1-12-7-16,-7-12 7 15,2-2 0-15,2-4-3 16,3-2 0-16,1 4-8 15,7 5 8-15,8 4 3 16,2 4 6-16,0 0-6 16,18 3 2-16,5-3-3 15,4 4 1-15,2-2-1 0,2 0-3 16,0 2-9-16,-2 0-50 16,0-3-108-16,-4 0-143 15</inkml:trace>
  <inkml:trace contextRef="#ctx0" brushRef="#br0" timeOffset="9182.84">20998 6981 233 0,'0'0'170'16,"0"0"-123"-16,0 0 6 15,0 0-9-15,0 0 25 16,0 0-5-16,2 54-13 15,-2-32 10-15,-2 5 11 16,-4 3-12-16,-5 3 6 16,5-1-30-16,-2-3-17 15,2-5-11-15,1-3-8 16,3-8-6-16,2-6-71 16,0-6-77-16,0-1-83 15,0 0-68-15</inkml:trace>
  <inkml:trace contextRef="#ctx0" brushRef="#br0" timeOffset="10028.89">20981 6976 427 0,'0'0'94'0,"0"0"41"0,0 0-42 16,0 0-45 0,0 0 15-16,0 0-20 0,25-28-5 15,-15 23 0-15,-1-1-5 16,3 1-14-16,3 4-5 15,-1-4-4-15,3-1 0 16,1 2-6-16,1-1-3 16,-3 3-1-16,-3 2-9 15,-1 0-5-15,-6 0 4 16,-4 7-7-16,3 6 17 16,-5 1 19-16,0 1-10 15,0 1 4-15,0-1-2 16,-7 1-1-16,-3-2-4 0,-2-3 1 15,-1 2-6-15,3-5-1 16,-3-2 0-16,7-1 0 16,0-3 1-16,-2-1-1 15,8-1-6-15,-4 0 5 16,2 0-9-16,2 0 4 16,0 0 0-16,0 0 3 15,0 0 2-15,0 0-11 16,0 0-10-16,0-1 11 15,6-4 10-15,2 2-5 16,4 1 6-16,5 1-7 16,-5-1-4-16,-1 2-1 0,1 0-7 15,-4 0-4 1,3 0 13-16,-5 0-21 0,-4 6 31 16,2 4 1-16,-2 1 7 15,-2-3-5-15,0 4 5 16,0 0 0-16,0 1 1 15,0-2 2-15,0-1-1 16,0 1-1-16,0-5-1 16,-2 1 3-16,-4-2-1 15,0 2 11-15,-5-3-5 16,3 4 6-16,-2 0 0 16,-3-3-2-16,1-2-1 15,0 1 0-15,-1-3-8 16,-3 2-4-16,3-3 3 15,-1 0-1-15,3 0-6 0,-1 0 8 16,6-1-11 0,-5-6-5-16,9 1-17 0,-4-5-11 15,2-4-50-15,4-6-133 16,0-3-214-16</inkml:trace>
  <inkml:trace contextRef="#ctx0" brushRef="#br0" timeOffset="10713.66">21550 6769 226 0,'0'0'88'0,"0"0"-14"0,0 0 16 16,0 0-8-16,0 0 18 15,0 0-8-15,8 1-19 16,-8-1 10-16,4 0-13 15,-2 1-10-15,2-1-15 16,3 2-15-16,-1-1-8 16,2 2-7-16,2-2-10 15,3-1 0-15,3 1-3 16,-1 1 2-16,1-2-4 16,3 2-15-16,-3-2-25 15,-1 0-43-15,-3 4-61 16,-1 0-37-16,-9-1-39 15,-2 2-19-15</inkml:trace>
  <inkml:trace contextRef="#ctx0" brushRef="#br0" timeOffset="11058">21519 6882 401 0,'0'0'66'0,"0"0"98"15,0 0-54-15,0 0-24 16,0 0 3-16,0 0-24 16,37 0-15-16,-29 0-9 15,5 0-6-15,3 0-14 16,1 0-15-16,1 0-6 16,1 0-17-16,-1 0-98 15,-5-1-178-15</inkml:trace>
  <inkml:trace contextRef="#ctx0" brushRef="#br0" timeOffset="12280.78">22296 6702 445 0,'0'0'64'16,"0"0"48"-16,0 0 9 15,0 0-54-15,0 0 4 16,0 0-13-16,-4-24-21 16,2 22 8-16,-4 2-10 15,1 0-7-15,-1 0-22 16,-2 0 4-16,-2 10-8 15,-3 11-2-15,-3 5-1 16,1 4 1-16,-3 6-1 16,5-2 2-16,3-3-2 15,8-3 0-15,2-3-1 16,0-5-8-16,14-8-6 0,11-3-1 16,4-9 5-16,6 0 8 15,-2 0-3-15,0-14 7 16,-8-1 2-16,2-1 3 15,-4-2 1-15,-5-2-3 16,-1-2 4-16,-9-1 5 16,2 1-3-16,-7-3 2 15,1-1 0-15,-4-1-4 16,0 1-3-16,-4 1 2 16,-9 5-6-16,-1 2 3 15,-7 10 4-15,9 0 8 16,-7 5 3-16,5 3-18 15,-5 0 0-15,0 5 0 0,-1 9-3 16,5 5-3 0,3 2-4-16,1 4-11 0,5 1-28 15,4 0-55-15,2-1-129 16,0 0-164-16</inkml:trace>
  <inkml:trace contextRef="#ctx0" brushRef="#br0" timeOffset="12677.66">22709 6833 377 0,'0'0'42'0,"0"0"13"15,0 0 5-15,0 0-32 16,-22 88 28-16,13-60-3 16,-1 4-2-16,2-3 5 15,2-6 1-15,1-5-57 16,5-7 0-16,0-8-94 16,0-3-149-16,11-3-148 15</inkml:trace>
  <inkml:trace contextRef="#ctx0" brushRef="#br0" timeOffset="13298.42">22976 6571 366 0,'0'0'117'15,"0"0"-7"-15,0 0-34 0,0 0-41 16,0 0 1-1,0 0-9-15,-19 24-9 0,15-12 8 16,-4 1-3-16,2 1 6 16,-5 0-22-16,3-3 0 15,-2 0-7-15,4 0 1 16,4-7-1-16,2 0 1 16,-5-4-1-16,5 3-20 15,0-3-30-15,0 0 14 16,5 0 19-16,7 0 9 15,0 0 2-15,7 0 4 16,0 0 1-16,-1 0 0 0,1 0 1 16,-1 2 3-1,-1 2 3-15,-3 4 10 0,-1-4 0 16,-3 4 3-16,1 0 5 16,-9 2 5-16,2 3 4 15,-4-2 7-15,0 6 7 16,-4-3-1-16,-9 4-11 15,-3 1 6-15,-9 0-12 16,-2-2-3-16,2 1-1 16,-2-5-14-16,7-5-6 15,1-5-5-15,2-3-3 16,5-1-58-16,6-20-107 16,2-7-79-16,4-9-243 15</inkml:trace>
  <inkml:trace contextRef="#ctx0" brushRef="#br0" timeOffset="13517.94">23019 6503 250 0,'0'0'248'0,"0"0"-86"16,0 0 15-16,98 0-47 15,-63 0-46-15,0 1-21 16,2 1-30-16,0 2-29 16,5-4-4-16,1 0-61 15,-8 0-212-15,-10-4-418 16</inkml:trace>
  <inkml:trace contextRef="#ctx0" brushRef="#br0" timeOffset="15271.23">23487 6742 387 0,'0'0'53'0,"0"0"52"0,0 0-37 15,0 0-36 1,0 0 33-16,0 0-11 0,0-9 1 16,-2 9-10-16,-3 0-6 15,3 0-30-15,-4 5-6 16,0 6-2-16,0 2 3 16,-5 2-2-16,5 2-2 15,-4 3-1-15,4-1 1 16,4 4 3-16,-3-4-3 15,5-2 0-15,0-3 0 16,0 0 0-16,0-2-8 16,7-7 3-16,-1 2-4 0,4-6 3 15,1 2 3 1,-3-3 0-16,2 0-10 0,-2 0-10 16,3-4 22-16,-3-6-1 15,2 0-1-15,3-3-15 16,-5 0 10-16,2-3 5 15,-3 2-7-15,3 0 1 16,-8 1 0-16,4 2 5 16,-2-1 2-16,3 2 2 15,-1-1 1-15,-4 1 1 16,4 2-2-16,-2-1 0 16,2 3 0-16,1 0 0 15,-5 2-3-15,8-1 1 16,-4 1-2-16,0 2 4 15,1 2 0-15,-3 0 1 0,2 0-1 16,-4 0 4 0,2 0 1-16,2 3-1 0,-4 6 5 15,-2 0-6-15,4 4 4 16,-4 0-2-16,0 2-5 16,0 2 0-16,0 0 0 15,0 4 4-15,0 1-1 16,0 1 9-16,-6-4-9 15,-4 0 0-15,8-6 14 16,-4-6-10-16,2-2-4 16,4-2-3-16,0-3-1 15,0 0-14-15,0 0 12 0,0 0-8 16,0 0 7-16,0-5 8 16,0-3-5-16,6-6 2 15,6 1-2-15,-2-4-1 16,3 2-12-16,-5-2 10 15,9-1-12-15,-1-1 10 16,3 1 3-16,-5 0 1 16,3 3 0-16,-5 0-1 15,1 5 3-15,-7 4-1 16,0 3 1-16,-6 3 0 16,0 0 0-16,4 0 7 15,-4 0-1-15,2 2 12 16,2 4-8-16,-2 3-1 0,3-1 6 15,-5 3 16 1,0 1-18-16,0 4 20 0,0 1-13 16,0 2 1-16,0 3-11 15,-11-1-8-15,1-1 1 16,2-2-1-16,-3-3-1 16,5-6-1-16,4-5 0 15,-2-1-9-15,4-3-6 16,0 0-16-16,0 0-16 15,0-1 17-15,0-11 5 16,4-3 22-16,8-2 2 16,-3-4-5-16,5 1 1 15,-1 1 4-15,-1 2-2 16,-4 0 3-16,3 6 0 0,-3-3 0 16,4 5 1-16,-1 1-1 15,-3 2 1-15,2 2 0 16,1 1 4-16,-3-2 1 15,2 3-6-15,-2 1 13 16,3 1 16-16,-3 0-12 16,2 0 5-16,-3 0 0 15,-1 0-1-15,0 0-2 16,0 4 0-16,-2 3 5 16,-2 0-4-16,2 4 8 15,-4-1-3-15,0 5 5 16,0 2 0-16,0 0-12 0,0 4 2 15,0 0 2-15,-4-1-16 16,2-1-5 0,2-2-1-16,0-7-15 0,13-4-73 15,18-6-127-15,6-16-312 16</inkml:trace>
  <inkml:trace contextRef="#ctx0" brushRef="#br0" timeOffset="70244.07">20200 8310 309 0,'0'0'139'16,"0"0"-60"-16,0 0 49 16,0 0-45-16,0 0-26 15,0 0-13-15,0 0-3 16,-2 10 7-16,-2-7 22 15,4-3-28-15,0 0-16 16,0 0-9-16,0 0-9 16,0 0-8-16,0 0-16 15,0-12-8-15,12-5 18 16,3-3-21-16,-1-4-22 16,3 1-21-16,-3 4-4 0,-4 3-27 15,3-1 19-15,-7 9 23 16,-4 1 18-16,2 3 26 15,0 4 15-15,-4 0 5 16,0 0 16-16,0 0 28 16,0 6-15-16,0 5-5 15,-10 4-4-15,0 5 7 16,3 2 13-16,-1 6-20 16,-2 3 2-16,2 0 5 15,-3-3-10-15,5 0-12 16,0-2-3-16,0 0-7 15,4-5 0-15,-3-5-16 16,5-7-32-16,0-5-107 0,0-4-88 16</inkml:trace>
  <inkml:trace contextRef="#ctx0" brushRef="#br0" timeOffset="70946.32">20411 8229 394 0,'0'0'102'0,"0"0"-67"15,0 0 96-15,0 0-81 16,0 0-25-16,0 0-5 15,29-31-13-15,-23 29-3 16,0 1 5-16,2 1 0 0,3 0-9 16,-3 0 0-16,6 0-8 15,-1 6 8-15,-1 2 2 16,-3 5-2-16,1-3-2 16,-10 2 2-16,2 1 0 15,-2 2 8-15,0-1 0 16,0 2-4-16,-12 1-1 15,-1-2-2-15,-1-1 0 16,-7-3-1-16,6 1 0 16,3-5-6-16,-4 2-3 15,1-1-15-15,-1-2 8 16,7 3 4-16,-1 0-2 16,0-3 13-16,8 3-3 0,-5-2 1 15,3 1 0-15,4 0 1 16,0-1 2-16,0-2 0 15,0 0 3-15,6 0 7 16,7-1 5-16,3 2-2 16,3-4 4-16,0 2 25 15,-1-1-25-15,5-3-12 16,-5 0-5-16,-1 2-5 16,-5-2-20-16,-5 1-27 15,-1 2-25-15,-4-1-51 16,-2-2-58-16</inkml:trace>
  <inkml:trace contextRef="#ctx0" brushRef="#br0" timeOffset="71382.98">20436 8248 433 0,'0'0'59'0,"0"0"39"0,0 0 11 15,0 0-78-15,0 0 25 16,0 0-15-16,6 0 3 15,-2 2-2-15,2 4-7 16,2 7 4-16,-1-2-8 16,3 7-15-16,2-2-6 15,-1 1 2-15,1 0-9 16,-4 2 0-16,5 1 4 16,-3-5-5-16,-2 2 0 15,-1 0 4-15,-1 0-6 16,0 1 2-16,-2-3 1 15,-2 0-3-15,-2-2-11 0,0-2-19 16,0 0-60 0,0-5-60-16,0 1-87 0,0-3-6 15</inkml:trace>
  <inkml:trace contextRef="#ctx0" brushRef="#br0" timeOffset="71952.57">20797 8240 388 0,'0'0'67'16,"0"0"-14"-16,0 0 60 15,0 0-64-15,0 0-22 16,0 0-27-16,-25 17 3 0,19 3 1 16,-2 5 8-16,2 4 19 15,4 3 3-15,-2-2 9 16,4-4-10-16,0-1-22 16,0-8-11-16,12-4 4 15,5-5-4-15,1-7 0 16,5-1-7-16,-2-5 1 15,1-15 6-15,-3-2 2 16,-9-4 0-16,3 3 3 16,-7-5 4-16,-6 0 7 0,0 6 3 15,0-3-7 1,-4 6-6-16,-5 4-5 0,-3 5-2 16,0 5-1-16,-1 3-26 15,3 2-36-15,0 0-80 16,1 0-146-16</inkml:trace>
  <inkml:trace contextRef="#ctx0" brushRef="#br0" timeOffset="72741.32">21064 8091 427 0,'0'0'48'16,"0"0"39"-16,0 0-4 15,0 0-68-15,0 0-10 16,0 0-1-16,-6 14 6 16,2-4 20-16,2 1 10 15,-3-1-18-15,5 1 3 16,0-2-16-16,0-3-8 15,5-4-2-15,3 1-2 16,2-3-34-16,-2 0-6 16,5 0 43-16,-1-11 0 15,-6 2 0-15,5-4 3 16,-5 1-2-16,-6 1 11 0,0 2 15 16,0 3 13-16,0 0 17 15,0 3-14-15,-6 2 0 16,-5 1-39-16,5 0-4 15,-2 0-13-15,2 5-42 16,2 4-52-16,2 2-126 16</inkml:trace>
  <inkml:trace contextRef="#ctx0" brushRef="#br0" timeOffset="73139.57">21349 8463 469 0,'0'0'119'16,"0"0"-1"-16,0 0-7 15,0 0-89-15,0 0 1 16,0 0-6-16,21 0-17 16,-9 0-31-16,1 0-121 15,3 0-187-15</inkml:trace>
  <inkml:trace contextRef="#ctx0" brushRef="#br0" timeOffset="73318.59">21587 8440 401 0,'0'0'38'0,"0"0"-21"16,0 0-19-16,0 0 2 15,0 0-82-15,0 0-211 16</inkml:trace>
  <inkml:trace contextRef="#ctx0" brushRef="#br0" timeOffset="73484.87">21816 8429 387 0,'0'0'154'15,"0"0"-107"-15,0 0 57 16,0 0-104-16,0 0-62 15,0 0-28-15,27 0-30 16,-14-6-165-16</inkml:trace>
  <inkml:trace contextRef="#ctx0" brushRef="#br0" timeOffset="73662.89">21980 8437 562 0,'0'0'41'0,"0"0"59"16,0 0-89 0,0 0-9-16,0 0-2 0,0 0 0 15,20 0-38-15,-9 0-79 16,-3 0-30-16,4 0-254 16</inkml:trace>
  <inkml:trace contextRef="#ctx0" brushRef="#br0" timeOffset="73798.08">22151 8457 19 0,'0'0'795'0,"0"0"-727"15,0 0 98-15,0 0-118 0,0 0-48 16,0 0-1 0,4 0-120-16,3 0-246 0</inkml:trace>
  <inkml:trace contextRef="#ctx0" brushRef="#br0" timeOffset="74524.82">22521 8250 10 0,'0'0'413'0,"0"0"-330"0,0 0 66 16,0 0-47-16,0 0-56 16,0 0 8-16,0-2-1 15,0 2-9-15,0 0 0 16,0 0-20-16,0 6-20 16,0 11 11-16,0 6 0 15,-2 6-4-15,-6 3 5 16,0 2-10-16,-3-2 5 15,-1-3-4-15,6-6 2 16,4-7-8-16,-2-7-2 16,4-7-22-16,0-2-58 15,0 0-78-15,6-6-32 16,4-9-32-16</inkml:trace>
  <inkml:trace contextRef="#ctx0" brushRef="#br0" timeOffset="74864.81">22600 8241 356 0,'0'0'151'0,"0"0"-84"16,0 0 70-16,0 0-72 15,0 0-36-15,0 0 1 16,0 0-10-16,0 4 7 0,0 5 30 16,0 9-21-16,0 4-3 15,0 4 1-15,0 2-11 16,-6 0 2-16,-1 1 1 16,1-1-15-16,2-6 6 15,2-3-10-15,2-4-7 16,0-9-9-16,0-3-47 15,0-3-56-15,0 0-56 16,0-9-97-16,6-9-139 16</inkml:trace>
  <inkml:trace contextRef="#ctx0" brushRef="#br0" timeOffset="75269.32">22447 8122 483 0,'0'0'130'16,"0"0"-28"-16,0 0 13 15,0 0-83-15,0 0 23 0,0 0 19 16,18 0-13 0,-3 0-7-16,10 0-20 0,8 0-13 15,-2 0-2-15,6 0-12 16,0 0-4-16,0 0-3 16,-1-4 0-16,-7 1 2 15,-9 2 1-15,-3 1-6 16,-11 0 3-16,-4 0-1 15,-2 0-2-15,0 0 3 16,0 3 0-16,-2 2 16 16,-15 3-16-16,3 2-44 15,-3 1-76-15,-1 1-196 0</inkml:trace>
  <inkml:trace contextRef="#ctx0" brushRef="#br0" timeOffset="75958.78">22823 8548 289 0,'0'0'44'16,"0"0"38"-16,0 0-11 15,0 0-16-15,0 0 8 16,0 0-11-16,2-20-15 16,2 14-12-16,-4-2-11 15,0-3-10-15,2 0-4 16,2-3 0-16,-1 1 0 0,1 0-2 16,-2 1-5-16,4 0-11 15,-2 3-4-15,-2 2 0 16,2 0 13-16,-2 3 4 15,5 2-1-15,-1-2-9 16,0 0 0-16,2 1 13 16,0 2-8-16,-3 1 6 15,-3 0-1-15,2 0 5 16,-2 0 7-16,2 1 3 16,2 6 20-16,-4-1-13 15,2 1-8-15,-2 4 3 16,-2-2-1-16,0 1-8 15,0 1 5-15,0 1-2 0,-6 0 1 16,0 0 0 0,0 1 11-16,0 0-1 0,-1 1 3 15,5-2-2-15,2-1 6 16,0-4-24-16,0-3-1 16,0 1-16-16,19-5-54 15,0 0 44-15,5 0-33 16,5-6-33-16,-2-4-110 15</inkml:trace>
  <inkml:trace contextRef="#ctx0" brushRef="#br0" timeOffset="76366.75">23077 8453 337 0,'0'0'80'0,"0"0"10"16,0 0 44-16,0 0-54 15,0 0-12-15,0 0-37 16,-39 15-9-16,33 0 30 16,0 2-8-16,4 1-12 15,2-5-16-15,0 1-16 16,8-6-11-16,8-5-33 16,-1-1-9-16,6-2-37 15,-3 0 13-15,-3-10-20 16,-3-1 21-16,-2-1 10 15,-3 1 30-15,-1 0 26 16,-6 2 10-16,0 1 1 0,0 2 15 16,0 4 36-16,0 2 8 15,0 0 13-15,-4 0-4 16,2 0-27-16,2 0-19 16,-5 1-5-16,5 6 6 15,-2 1 9-15,2 1-6 16,0 1-22-16,0 1-5 15,7 1-30-15,5-3-61 16,7-3-81-16,-1-2-62 16</inkml:trace>
  <inkml:trace contextRef="#ctx0" brushRef="#br0" timeOffset="76873.02">23369 8447 673 0,'0'0'20'0,"0"0"82"16,0 0 0-16,0 0-70 15,0 0 1-15,0 0 2 16,-33-18 1-16,27 18-8 16,-1 12-25-16,-1 0 3 15,2 4 0-15,2-2 6 16,2 1-5-16,-2-2-2 15,4-2 1-15,0-3-6 0,0-4-5 16,10-4-17 0,8 0-16-16,1-2 19 0,4-9-23 15,-3-4 11-15,3-2-8 16,-4-6-8-16,4-2 18 16,-3-3 12-16,3-4-14 15,-4-1 14-15,-5-4-5 16,3 3-4-16,1 1-14 15,-1 6 39-15,-9 8 1 16,-4 5 2-16,-4 9 22 16,0 3 47-16,0 2-27 15,0 0 5-15,0 0-25 16,-4 13-15-16,-4 4 9 16,2 6 4-16,-7 10 8 0,-3 3 12 15,7 9 9-15,-5 3-10 16,6-3 8-16,1-2-8 15,7-5-23-15,7-8-18 16,15-8-29-16,9-13-118 16,2-9-290-16</inkml:trace>
  <inkml:trace contextRef="#ctx0" brushRef="#br0" timeOffset="77990.53">20402 8956 480 0,'0'0'75'0,"0"0"60"16,0 0-11-16,0 0-67 15,0 0 14-15,0 0-4 16,0-11-11-16,0 11-9 15,-6 0-17-15,-4 0-24 16,0 10 2-16,-3 4 4 0,5 7-8 16,-4 6-3-16,5 0 9 15,1 3-2-15,6-2-5 16,0-8 3-16,0-6-6 16,8-6-3-16,11-8-8 15,6 0-2-15,4-4 0 16,0-17 7-16,-5-1-8 15,-5-4-3-15,-2 1 7 16,-9 1 8-16,-4-1-6 16,-4 0 1-16,0 5 0 15,0 3-3-15,-6 2-2 16,-7 8 5-16,-1 5 4 0,-5 2 1 16,1 5-6-16,-3 10 4 15,2 4 8-15,3 2 0 16,6 1 1-16,8-5-5 15,2-2-40-15,0-2-57 16,6-5-81-16,10-4-105 16</inkml:trace>
  <inkml:trace contextRef="#ctx0" brushRef="#br0" timeOffset="78319.61">20636 9032 403 0,'0'0'82'0,"0"0"-1"15,0 0 34-15,0 0-99 16,0 0 2-16,0 0 34 16,0 31 14-16,0-6-46 15,-2 2-4-15,-8 0 6 0,3-4-14 16,1-3 3-16,4-7-11 16,2-7-14-16,0-6-71 15,0 0-192-15,13-16-221 16</inkml:trace>
  <inkml:trace contextRef="#ctx0" brushRef="#br0" timeOffset="78785.7">20824 8884 64 0,'0'0'474'16,"0"0"-433"-16,0 0 111 15,0 0-85-15,0 0-55 16,0 0 2-16,-21 18-10 16,15-7 6-16,2-4-6 15,4 0-1-15,0 1-3 16,0-2 0-16,0-2-6 15,0-1-3-15,6 1-23 16,5-3-12-16,3-1 12 16,-1 2 22-16,-1-2 10 15,2 1 9-15,-5 4-5 16,-3-1 5-16,0 2 6 0,-2 5 17 16,-4 0 0-1,0 4 23-15,0 1-16 0,0 3-8 16,-10-1 16-16,-5-4-23 15,1 2 1-15,2-3 3 16,-1-5-10-16,1-4-14 16,3-4-4-16,3 0-6 15,0-13-114-15,0-10-22 16,2-4-105-16,2-2-271 16</inkml:trace>
  <inkml:trace contextRef="#ctx0" brushRef="#br0" timeOffset="78877.75">20824 8884 645 0</inkml:trace>
  <inkml:trace contextRef="#ctx0" brushRef="#br0" timeOffset="78957.56">20824 8884 645 0,'-18'-24'14'0,"36"24"148"0,1 0-62 0,8 0-39 16,0 0 21-16,1 0-52 15,3 0-30-15,5-1-30 16,-5-1-142-16,-2 2-225 15</inkml:trace>
  <inkml:trace contextRef="#ctx0" brushRef="#br0" timeOffset="80645.53">21200 8814 325 0,'0'0'104'15,"0"0"-11"-15,0 0 8 16,0 0-47-16,0 0-5 16,0 0 12-16,0-7-21 15,-2 7-7-15,-4 2-10 16,2 7-15-16,-2-1 10 15,0 3 3-15,4-2 3 16,-3-1-9-16,5 1-10 16,0-3-5-16,0-4-3 15,0 1-16-15,11-3-23 16,-3 0-21-16,4 0 41 16,-1-9-8-16,-3-4-5 0,-4 4 0 15,0 1 31-15,-4-3 2 16,0 2 4-16,0 1 1 15,0 2 2-15,-4 1-2 16,-2 5 19-16,0 0-12 16,-5 0-10-16,3 6-10 15,2 4-69-15,0 1-126 16</inkml:trace>
  <inkml:trace contextRef="#ctx0" brushRef="#br0" timeOffset="81175.07">21533 9157 154 0,'0'0'438'0,"0"0"-413"16,0 0 122-16,0 0-60 16,0 0-32-16,0 0 0 0,25 2-35 15,-15-2-20-15,5 0-2 16,5 0-65-16,-1 0-126 16,2-8-245-16</inkml:trace>
  <inkml:trace contextRef="#ctx0" brushRef="#br0" timeOffset="81342.67">21831 9157 526 0,'0'0'19'0,"0"0"94"15,0 0-56-15,0 0-42 16,0 0-15-16,0 0-60 15,58 0-134-15</inkml:trace>
  <inkml:trace contextRef="#ctx0" brushRef="#br0" timeOffset="81517.2">22019 9168 502 0,'0'0'125'15,"0"0"-31"-15,0 0-14 16,0 0-80-16,0 0 0 0,0 0-3 16,35 0-43-16,-16 0-110 15,-1-6-164-15</inkml:trace>
  <inkml:trace contextRef="#ctx0" brushRef="#br0" timeOffset="81702.39">22211 9178 706 0,'0'0'71'15,"0"0"43"-15,0 0-2 16,0 0-85-16,0 0 5 0,0 0-32 16,37-11-4-1,-26 9-39-15,-3-1-122 0,2 3-134 16,-1 0-121-16</inkml:trace>
  <inkml:trace contextRef="#ctx0" brushRef="#br0" timeOffset="81838.23">22211 9178 712 0,'79'41'3'16,"-79"-41"31"-16,0 0-34 15,0-2-267-15</inkml:trace>
  <inkml:trace contextRef="#ctx0" brushRef="#br0" timeOffset="83081">22714 8871 231 0,'0'0'178'0,"0"0"-102"16,0 0 76-16,0 0-60 15,0 0-23-15,0 0-5 0,-5-5-8 16,5 4-8 0,0-1-17-16,0 1-20 0,0-2 1 15,11 1-6-15,1 2-5 16,-4 0-1-16,3 0 0 15,-3 0-7-15,-2 6-1 16,0 2 6-16,-6 3 2 16,0 2 4-16,0-1 0 15,0 0-4-15,0-2 1 16,-2 2-1-16,-8-1-1 16,2-2-10-16,-5 2-16 15,1 1-3-15,2-3 6 0,-3 1 7 16,3-1 6-1,2 0 11-15,1-1-1 16,1 3 2-16,2-2-1 0,4 1 11 16,0 0 7-16,0-4 7 15,0 2-5-15,4-2 0 16,2-1 1-16,3-2-13 16,1 2-8-16,0-3 0 15,3 1-37-15,-1-2-37 16,-4 1-79-16,-1 2-238 15</inkml:trace>
  <inkml:trace contextRef="#ctx0" brushRef="#br0" timeOffset="83317.97">22697 9258 734 0,'0'0'276'0,"0"0"-153"15,0 0 23-15,0 0-69 16,0 0-42-16,0 0-35 16,0 2-1-16,0-2-60 15,6 0-177-15,5-9-510 16</inkml:trace>
  <inkml:trace contextRef="#ctx0" brushRef="#br0" timeOffset="84290.3">23017 9224 123 0,'0'0'182'16,"0"0"-104"-16,0 0 13 15,0 0-5-15,0 0-4 16,0 0-5-16,0 0-10 0,2 0-17 16,-2 0 8-1,0 0-20-15,0 0-11 0,0 0-16 16,0-7-4-16,5-6-6 15,-3 0-1-15,4-3-8 16,0 2-11-16,-2-3-19 16,-2 6 16-16,2-3 4 15,3 3 4-15,-5 0-2 16,4 3 4-16,2-1-8 16,0 3-31-16,3 2-5 15,-5 1 14-15,0 1 24 16,2 2 10-16,-3 0 8 0,1 0 2 15,0 0-1-15,0 0 4 16,0 0-4 0,1 0-1-16,-1 4-1 0,-4-3-13 15,-2 3 14-15,0 0 0 16,0 3 11-16,0-1 13 16,0 2-8-16,0 1 11 15,0 2-13-15,-8-2-5 16,3 3-3-16,-1-1 1 15,0 0 16-15,0 0-13 16,6-1 7-16,-2-2-1 16,2-3-14-16,0-1-2 15,0 0-8-15,2-2-23 0,10-2-65 16,5 0-61-16,-1 0-69 16</inkml:trace>
  <inkml:trace contextRef="#ctx0" brushRef="#br0" timeOffset="84726.53">23265 9120 375 0,'0'0'32'0,"0"0"76"16,0 0-46-16,0 0-19 15,0 0 6-15,0 0-17 16,-33 28 20-16,27-12 7 0,4-4-20 16,2 1-8-16,0-4-8 15,0-1-23-15,0-4-6 16,6-2-21-16,7-2-44 16,-5 0 31-16,6 0-7 15,-1-8 0-15,-5 2 4 16,-2 1 9-16,-2-1 14 15,-1-1 13-15,-3 3-3 16,0 1 8-16,0 0-1 16,0 1 3-16,0 2 11 15,0-1 24-15,0 1 33 16,-3 0 14-16,3 0-13 0,-4 0-27 16,4 0-26-1,0 6 1-15,0 2-7 0,0 4-10 16,4-4-17-16,9 1-40 15,1-2-50-15,5-6-152 16</inkml:trace>
  <inkml:trace contextRef="#ctx0" brushRef="#br0" timeOffset="85198.33">23468 9119 506 0,'0'0'39'0,"0"0"83"16,0 0-35-16,0 0-85 0,0 0 21 15,0 0 2-15,-31 38 9 16,27-27 18-16,4 1-18 16,0-4-12-16,0-3-22 15,0-5-14-15,8 0-22 16,7 0-22-16,1 0 54 15,-1-14-37-15,1-3-33 16,3-1 1-16,-3 1 14 16,-7-3 31-16,7 1-12 15,-10-2 7-15,3 0 20 16,-5 6 8-16,-4 2 5 16,0 5 6-16,0 4 33 0,0 4 40 15,0 0 22-15,0 0-15 16,-4 0-46-16,-3 8-7 15,5 4 16-15,-4 4 6 16,2 1-16-16,2 2 0 16,-2 5 1-16,2-1 5 15,-2 3-8-15,4-2-17 16,0-2-9-16,0-2-10 16,0-9-1-16,16-1-35 15,-3-5-64-15,5-5-134 16,1 0-173-16</inkml:trace>
  <inkml:trace contextRef="#ctx0" brushRef="#br0" timeOffset="85325.78">23687 9219 745 0,'0'0'0'0,"0"0"-101"16,0 0-101-16</inkml:trace>
  <inkml:trace contextRef="#ctx0" brushRef="#br0" timeOffset="116392.34">23503 5712 315 0,'0'0'183'0,"0"0"-80"15,0 0 3-15,0 0-35 16,0 0-19-16,0 0 11 16,0 0-13-16,0-5-3 15,0 5 5-15,6 0-15 16,-4 0-10-16,5 0-6 16,3 0-11-16,0 0-2 15,3 0-7-15,1 0 0 16,5 0 0-16,-1 0-1 15,1 0-13-15,2 0-11 16,-7-2-25-16,3 1-24 16,-9 1-41-16,2 0-28 15,-4 0-37-15,-6 0-9 0</inkml:trace>
  <inkml:trace contextRef="#ctx0" brushRef="#br0" timeOffset="116742.88">23503 5798 136 0,'0'0'262'0,"0"0"-178"0,0 0 24 16,0 0-33-16,0 0-1 15,0 0-13-15,21 0-7 16,-5 0 3-16,-3 0-15 16,3 0-15-16,3 0-12 15,0 0 2-15,3 0-8 16,-3 0-5-16,2 0-3 15,-3 3 0-15,1-1-1 16,-3 1-10-16,-3 1-66 16,-1-3-162-16</inkml:trace>
  <inkml:trace contextRef="#ctx0" brushRef="#br0" timeOffset="118872.4">24142 5594 288 0,'0'0'327'16,"0"0"-250"-16,0 0 95 15,0 0-93-15,0 0-25 16,0 0-7-16,0 0-2 15,-6-40-14-15,4 38-3 16,2 0-6-16,-5 1-3 16,3-1-12-16,2 2 2 15,-4-2-9-15,2 1 1 16,-4-1 1-16,2 2-2 16,-2 0 0-16,-1 0-1 0,1 0 1 15,-4 0-8 1,4 0 7-16,-3 8 1 15,-1 0-4-15,4-2 1 0,0 1 0 16,0 1-9-16,-1 2 5 16,1-2-4-16,4 3 10 15,-4-1-6-15,0 4 1 16,6-1 2-16,-4 4 4 16,1 0 0-16,3 2 2 15,0 1 0-15,0 2-1 16,0 0-1-16,0-1 0 15,13-3 1-15,-5-2-1 16,9-2 0-16,-5-3 0 0,7-6 1 16,-1-2 0-1,7-3-1-15,0 0 0 0,4-12-2 16,-4-9 2-16,4 1 0 16,-9-2-7-16,-1 1 0 15,-5 4 2-15,-1-3-1 16,-11 2 6-16,-2 1 4 15,0-1-2-15,0 1-1 16,0-2-1-16,-6 2 1 16,-9-2-2-16,-1 4-4 15,-3 2 4-15,2 1-1 16,3 4 2-16,2 3 0 16,-1 0-1-16,-1 5 1 15,8 0 0-15,-3 0-2 16,3 0-8-16,0 0-14 0,2 5-24 15,2 5-15-15,2 1-21 16,0 2-58-16,0 4-70 16,2 1-134-16</inkml:trace>
  <inkml:trace contextRef="#ctx0" brushRef="#br0" timeOffset="119227.63">24479 5823 485 0,'0'0'59'0,"0"0"54"15,0 0-54-15,0 0-44 16,0 0 7-16,0 0 10 16,0 53-11-16,-10-28 6 0,1 0 3 15,-1 1 26-15,4-5-39 16,2-5-16-1,4-2-1-15,0-11-90 0,4-3-168 16</inkml:trace>
  <inkml:trace contextRef="#ctx0" brushRef="#br0" timeOffset="119824.9">24783 5542 460 0,'0'0'20'16,"0"0"79"-16,0 0-43 15,0 0-28-15,0 0 15 16,0 0-18-16,-50 55 11 16,40-37 3-16,-1 3-7 15,3 3 11-15,-2 3-9 16,8 0-14-16,-4 2 1 0,6-3-3 15,0 0-5-15,0-5-6 16,6-6-7-16,12-3-1 16,1-5-2-16,4-4 0 15,-3-3-3-15,-1 0 0 16,4 0 3-16,-5-6 3 16,-1-5 0-16,-3-3-2 15,-3-1 1-15,1-4-1 16,-6-4 2-16,-4-2 1 15,2-1 5-15,-4 0-3 16,0 5 0-16,0-1-2 16,-4 4 2-16,-8 5 0 0,0-1-3 15,-1 6 5 1,1 2-5-16,-1 1 0 0,1 5 0 16,-5 0-15-16,5 0-44 15,0 0-35-15,-3 6-94 16,-1-1-177-16</inkml:trace>
  <inkml:trace contextRef="#ctx0" brushRef="#br0" timeOffset="120838.14">25178 5611 370 0,'0'0'46'16,"0"0"59"-16,0 0-24 16,0 0-19-16,0 0 3 15,0 0-16-15,-13-6-8 16,9 6-3-16,4 0-2 15,-2 0-19-15,-4 0-6 16,2 0-4-16,-3 0-7 16,1 4 11-16,0 2-8 0,-2 5 4 15,4 2-5-15,-5 1 1 16,-1 2 0-16,6 3 0 16,-4 2 0-16,3 0 6 15,3-3 3-15,2 3-3 16,0-4-7-16,0-4-2 15,9 2-4-15,5-4 3 16,1-1 2-16,1-6-1 16,-1 1 1-16,3-3 0 15,1-2 2-15,1 0 4 16,-5-3-6-16,1-9 3 16,-1 0 0-16,-3-4-4 0,-1 2-3 15,-5 2 3 1,-4-2 5-16,-2 3-2 0,0-1-2 15,0 1 7-15,0-2-7 16,-2 2 3-16,-8-2 0 16,-3 2-4-16,1-2 0 15,3 1-2-15,-1 3 0 16,4 1-5-16,-2 1 0 16,4 2-6-16,-3 2 4 15,7 3-7-15,-2 0-26 16,-2 0-76-16,2 4-74 15,-2 7-73-15</inkml:trace>
  <inkml:trace contextRef="#ctx0" brushRef="#br0" timeOffset="121678.43">25554 5545 362 0,'0'0'164'0,"0"0"-82"16,0 0 17-16,0 0-67 15,0 0 4-15,0 0-6 16,12-32-14-16,-6 28-3 16,5 2 3-16,-3 1-4 0,4 0-4 15,-1 1-4-15,1 0 4 16,0 0-7-16,5 0 2 16,-9 0-3-16,3 0 0 15,-3 5 0-15,-4 3 0 16,2 3 7-16,-6 1 5 15,0-2-4-15,0 3-3 16,0 0 4-16,0 0-7 16,-10-3 0-16,2 1-2 15,-5 0-1-15,-1-1-2 16,-1 0-5-16,-1 1-29 16,-3-1 10-16,1-2-4 0,3 2-1 15,-1-3 8-15,3 4 2 16,-3-2 15-16,7 0-6 15,-1 1 9-15,2 0-8 16,2-1 11-16,6-2 1 16,-5 1 0-16,5-4 3 15,0 2-1-15,0 1 1 16,0 0 5-16,5-2 21 16,9 2 4-16,3-2-1 15,-3 0 23-15,5-1 0 16,-3-1-26-16,3 2-6 15,-3-2-1-15,-1 2-13 16,1-1-3-16,-1 0-3 16,1-1 0-16,-3 1-2 15,-1 0 0-15,1 2-1 0,-3-2-1 16,-4 2-17-16,0-4-40 16,0-2-110-16,-6 0-153 15</inkml:trace>
  <inkml:trace contextRef="#ctx0" brushRef="#br0" timeOffset="122458.73">25579 5563 324 0,'0'0'38'0,"0"0"48"16,0 0-22-16,0 0-10 16,0 0 3-16,0 0-25 15,0 0 12-15,18 8 1 16,-14-1-5-16,-2 1-23 16,5-2-2-16,-3 5-10 0,-2-1 7 15,4-1 2 1,-2 1 9-16,4-1 9 0,-1 1-13 15,-1 2 0-15,2-2 0 16,-2 2-1-16,-4-1-12 16,9 1 3-16,-5-3-3 15,-4 1 2-15,4 1-4 16,0-3 0-16,1 3-3 16,-3-3 4-16,2 1-4 15,0 0 3-15,-4-2 2 16,4 1-4-16,-2 0 6 15,3-3-8-15,-5-2 2 16,4 3-3-16,-2-1 2 0,2 1 0 16,-2-2 1-1,-2 0-2-15,3 4 4 0,-3 0 2 16,-2 1 5-16,4-2 2 16,-4-2-5-16,0-1-8 15,0-3 0-15,0-1-29 16,0 0-79-16,0 0-164 15</inkml:trace>
  <inkml:trace contextRef="#ctx0" brushRef="#br0" timeOffset="126731.17">25986 5578 69 0,'0'0'225'0,"0"0"-157"15,0 0 17-15,0 0-8 16,0 0 23-16,0 0-14 16,0 0-28-16,0-14-13 15,0 14-16-15,0 0-6 16,0 0-16-16,0-1 11 15,0-2 10-15,0-2-6 16,0 1 1-16,0-2-7 16,0 2-2-16,0-1-12 15,0 1 0-15,0-2-2 16,4-1 1-16,-2 3-1 0,2-2 3 16,-4 2-3-1,2 3 0-15,-2-1 2 0,0 2-1 16,0 0 1-16,0 0 1 15,4 0-2-15,-4-2-1 16,0 1 0-16,0-2 0 16,2-4-1-16,3 5 1 15,1-4-1-15,-4 3 1 16,2 1-1-16,-4 0 2 16,0 2-1-16,0 0 1 15,0 0-1-15,0 0 0 16,0 0 0-16,0 0 0 15,0 0-5-15,4 0 5 16,-4 2 0-16,2 3 3 0,4-1-3 16,-2 0 0-16,3 3 1 15,-5 1-2-15,4 1 2 16,4-4 0-16,-1 4-1 16,1 0 1-16,2-1-1 15,-3-1 0-15,3 0 0 16,2-1 0-16,5-1 0 15,-5-2 2-15,3 0-2 16,-3-1-2-16,3-2 0 16,0 0-1-16,-5 0 3 15,0 0-10-15,-5 0 0 16,-5 0-8-16,2 0 4 16,-2 0-3-16,-2 0-3 0,0 0-3 15,0 0 9 1,0 0 0-16,0 0 11 0,0 0 3 15,0 0 2-15,0 0 2 16,0 1 2-16,0 4 4 16,-6 2-5-16,-1-1-2 15,1 4 1-15,0-1-3 16,0 3 7-16,-2 2-4 16,-3 1 0-16,1 0 8 15,-3 2 0-15,1 4-1 16,-2 2 16-16,-3-1-6 15,3 1 7-15,-3-1-7 16,1-2 5-16,3-1-4 16,1-4-6-16,-1-3-5 0,5-1-2 15,2 0-1-15,2-7-3 16,-2 0-5-16,6 0 0 16,-3-3-2-16,3-1 1 15,0 1-3-15,0-1-12 16,0 0-13-16,0 0-36 15,0 0-82-15,3 0-29 16,7-8-151-16</inkml:trace>
  <inkml:trace contextRef="#ctx0" brushRef="#br0" timeOffset="127280.24">26031 5757 375 0,'0'0'100'0,"0"0"7"16,0 0-16-16,0 0-55 15,0 0 5-15,0 0 9 16,0-3-13-16,0 3 8 15,6 0 4-15,3 0-1 16,1 0-6-16,5 0-12 16,1 0-6-16,3 0-4 15,-1-1-11-15,-1 1-2 16,-3 0-6-16,3 0 4 16,-5 0 3-16,3 0 1 0,-5 0 7 15,7 0-10 1,-5 0 4-16,2 0-4 0,3 0 4 15,-3 0-6-15,-7 0-3 16,-1 0-1-16,-2 0 0 16,-4 0-2-16,0 0-13 15,0 0-20-15,0 0-75 16,-4 1-208-16</inkml:trace>
  <inkml:trace contextRef="#ctx0" brushRef="#br0" timeOffset="130388.35">26658 5864 51 0,'0'0'386'0,"0"0"-304"16,0 0 48-16,0 0-46 15,0 0-25-15,0 0-3 16,0 0 1-16,0 6 0 16,0-6-3-16,0 0-8 15,0 0-1-15,0 0-18 16,0 0-19-16,2 0-3 16,4 0 3-16,2-6-7 15,-2-5 1-15,3-3-2 16,-3 3-1-16,0-3-11 0,0-1 5 15,-6 4 0 1,4-3 3-16,-4 3-1 0,0 2 4 16,0 1 0-16,2 0-2 15,-2 2-1-15,0 0-6 16,7 0 5-16,-1 0-10 16,4 1-2-16,-2-3-3 15,3 2 6-15,-1-1 2 16,-2 3 5-16,3 0 0 15,-5 1-4-15,2 1 3 16,-2 0-2-16,1 2-4 16,-1 0 0-16,0 0 6 0,-2 0-3 15,2 4 5 1,0 1 6-16,-3 3-4 0,1 0 9 16,-2 2-5-1,-2-1 0-15,0 1-1 0,0 0 1 16,0-1 2-16,0-1-1 15,0 1-1-15,0 2 0 16,-2 0 0-16,-5-3 0 16,1 2 0-16,0 1 1 15,-4-2 1-15,4-1-3 16,-1-1 3-16,1-1-2 16,4-2 0-16,2 0-2 15,0-1 1-15,0 1 1 16,0 1 3-16,0 2 6 15,6 1-1-15,0 0-7 16,7-4-1-16,-1-2 0 16,7-2-27-16,4 0-98 0,-3 0-151 15,3-4-157-15</inkml:trace>
  <inkml:trace contextRef="#ctx0" brushRef="#br0" timeOffset="130937.63">27046 5758 279 0,'0'0'121'0,"0"0"-47"15,0 0 49-15,0 0-54 16,0 0-14-16,0 0-13 15,-10-1-13-15,4 1 3 16,-1 1-8-16,-1 10-6 16,-2 5 14-16,2 0-1 15,-3 0-8-15,5 5 4 16,4-4-2-16,2-1 5 16,0-3-23-16,0-4-4 15,14-2-3-15,5-6 0 16,6-1-20-16,2 0-26 15,-7-8 9-15,3-2-11 16,-8-2 1-16,-1 0 21 0,-8-1 14 16,-4 1 6-16,2 1 6 15,-4 2 0-15,0 2 3 16,0-1-3-16,0 4 8 16,-4-1-3-16,2 4 16 15,-2 1 1-15,2 0-4 16,2 0 1-16,0 0-1 15,0 0-7-15,0 0-6 16,-4 12 12-16,4 1 7 16,0 2 9-16,0 0-8 0,0 2-13 15,0-4-12 1,4 1-3-16,11-5-30 0,1 0-48 16,9-8-56-16,0-1-118 15,-3 0-190-15</inkml:trace>
  <inkml:trace contextRef="#ctx0" brushRef="#br0" timeOffset="131537.51">27406 5762 445 0,'0'0'272'0,"0"0"-267"15,0 0 126-15,0 0-67 16,0 0-33-16,0 0 13 15,-13-25-21-15,11 25 7 0,-8 0-20 16,2 9-7-16,-5 7 9 16,1 4 14-16,0 0-4 15,-1 3-1-15,-1-2 8 16,5-2-13-16,5 3-5 16,2-7 3-16,2-5-13 15,0 1-1-15,13-5-1 16,3-6-2-16,3 0-6 15,-1 0 6-15,7-11-5 16,0-6-4-16,0-4-7 16,0-3 9-16,4-3-9 15,-7-1-3-15,-1-4 3 0,2 1 1 16,-9-3-5-16,3-1 7 16,-1 5-3-16,-7-3-3 15,1 6 9-15,-8 6-1 16,2 2 12-16,-2 6 2 15,-2 3 1-15,0 7 0 16,0 3 7-16,0-3 2 16,0 3 2-16,0 0-12 15,0 0-6-15,0 3 6 16,0 8 1-16,0 6 9 16,-8 3-1-16,-2 2 2 15,-3 4 16-15,3 4-4 16,-3-2 16-16,1 3-3 15,0 4-2-15,3 1 1 16,-1 1-1-16,8-5-11 16,2-3-2-16,0-4-10 0,14-5-11 15,15 0 0-15,9-15-11 16,5-5-73-16,4 0-208 16</inkml:trace>
  <inkml:trace contextRef="#ctx0" brushRef="#br0" timeOffset="145555.96">24537 6706 489 0,'0'0'136'0,"0"0"-110"15,0 0 132-15,0 0-92 16,0 0-33-16,0 0 6 0,0 0-12 15,0 0 7-15,0 0 3 16,0 0-4-16,4 0-11 16,2 0 6-16,0 0-11 15,0 1-8-15,7-1 3 16,-1 0-7-16,1 0-5 16,5 0 1-16,-1 0 0 15,1 0-1-15,-5 0 0 16,-1 0 0-16,-1 0 0 15,-3 0-1-15,2 0 1 16,3 0-1-16,-1 0-2 16,0 0-2-16,1 0-4 15,-1 0-6-15,-1 0-10 0,-3 0-11 16,-2 2-30 0,0 1-55-16,-6 2-69 0,0-4-90 15</inkml:trace>
  <inkml:trace contextRef="#ctx0" brushRef="#br0" timeOffset="146472.9">24524 6833 154 0,'0'0'249'0,"0"0"-219"15,0 0 52-15,0 0 11 16,0 0-46-16,0 0 10 16,0 0 2-16,0 0-5 15,0 0-5-15,4 0 1 16,-1 0-8-16,3 0-1 15,0 0 0-15,2 0-14 16,0 0 0-16,5 0-7 16,-3 0-8-16,3 0-2 15,-5 0-2-15,4 0-3 0,5 0 3 16,-1 0-8 0,-1 0 6-16,1 0-5 0,-3 0 2 15,-1 0-2-15,-4 0 4 16,5 0-4-16,-3 0 2 15,0 0-3-15,-1 0 1 16,1 0 1-16,-2 0-2 16,3 0 4-16,-3 0-4 15,2 0 1-15,-3 0-1 16,-1 0 1-16,-4 0-2 16,2 0 1-16,-4 0-2 15,2 0 2-15,-2 0-15 0,4 3-13 16,-4 2-42-1,0-1-149-15,0-2-320 0</inkml:trace>
  <inkml:trace contextRef="#ctx0" brushRef="#br0" timeOffset="150227.1">25264 6643 213 0,'0'0'176'0,"0"0"-120"16,0 0 99-16,0 0-43 0,0 0-24 16,0 0-15-16,0 0-13 15,0-13-9 1,0 11 5-16,0-1-11 0,0 1-7 16,0-1-10-16,-2-1-9 15,2 2-5-15,-6-4-10 16,2 5-3-16,-2-2-1 15,0 2 2-15,3 0-1 16,-7 1-1-16,4 0-1 16,-2 0-1-16,1 0 2 15,1 0-1-15,0 0 1 16,-2 0 0-16,2 0 0 16,4 0-2-16,-3 0-1 15,-1 2 1-15,0 4 2 16,0 4-3-16,0 3 1 0,-1-2-1 15,1 5-1-15,-2-1 1 16,2 2 1-16,0-2-6 16,-1 3 8-16,3 0 0 15,2-1 0-15,-2 2 0 16,4-2 1-16,0-2-1 16,0 1-1-16,0-4 0 15,4 0 0-15,9-2-1 16,1 1-1-16,3-4 3 15,1-2 0-15,1-2-1 16,3-3 0-16,-1 0 0 16,-2 0 1-16,-1-8-1 15,-1-2-2-15,-5-1 0 0,1-3 3 16,-3 3-4-16,-2-4 0 16,3 2 1-16,-9-2-2 15,2-2 3-15,-4 2 1 16,0 0 1-16,0 2 0 15,0 0 0-15,-4 0 0 16,-5 1 0-16,3-1-1 16,-4 1 1-16,2 2 0 15,-3 0-6-15,1 2 0 16,4 3 2-16,4 2 0 16,-2 2-2-16,1 1 1 15,-1 0-15-15,2 0-43 0,-2 0 9 16,2 4-1-1,2 6-22-15,0 5-79 0,0-2-83 16</inkml:trace>
  <inkml:trace contextRef="#ctx0" brushRef="#br0" timeOffset="150782.54">25519 6858 429 0,'0'0'59'0,"0"0"-3"15,0 0 4-15,0 0-43 16,0 0 27-16,0 0 1 15,4 20 13-15,-4-8-8 16,0 4-21-16,-4 2-8 16,-5 2 1-16,3-2-18 15,-4 1-4-15,2-1-44 0,1-9-118 16,7-6-294 0</inkml:trace>
  <inkml:trace contextRef="#ctx0" brushRef="#br0" timeOffset="151942.67">25798 6622 197 0,'0'0'175'16,"0"0"-137"-16,0 0 53 15,0 0-26-15,0 0-8 16,0 0 6-16,0-16-13 15,0 14-9-15,-2 2 3 16,-5 0-18-16,3 0-2 16,-2 0-12-16,4 0-2 15,-4 8 0-15,-5 2-2 0,5 2-8 16,-4 2 6 0,2 0 3-16,-3 5-3 0,5 0 13 15,-2-1 9-15,-2 0-22 16,3 3 6-16,5-4 0 15,2 0-7-15,0 0-5 16,0-2 0-16,0-2 1 16,0 1 1-16,0-6-4 15,9 2 1-15,1-3 1 16,2-3 0-16,1-1-1 16,3-3 1-16,-1 0 0 15,1 0 0-15,3 0-4 0,-5-4 0 16,3-6-8-16,-1 0-1 15,-1-6 2-15,-3 1 0 16,1 1-1-16,-3-2 7 16,-4 2 3-16,0 0 2 15,-4 0 0-15,3 0 1 16,-3-2 2-16,-2-2-3 16,0 0 0-16,0 1 2 15,0 0-4-15,0 1-13 16,0 2-10-16,0 4 16 15,-9 3 7-15,3 3 4 16,0 3 0-16,-4 1 1 0,1 0-2 16,-1 0-2-1,2 0-1-15,-3 0 1 16,5 3-2-16,-4 5-6 0,4 0-3 16,-1 4-68-16,5-3-55 15,-2 3-72-15,2-3-200 16</inkml:trace>
  <inkml:trace contextRef="#ctx0" brushRef="#br0" timeOffset="152935.49">26128 6640 237 0,'0'0'159'0,"0"0"-129"15,0 0 65-15,0 0-51 16,0 0-30-16,0 0 11 16,-26 1-7-16,19 6 18 15,5-2-5-15,-4 1-11 16,2 2 3-16,-2 1 12 16,0 1-4-16,-1 4-10 15,1-1 0-15,0 4-8 16,-2 2 9-16,1-4-6 0,1 4-5 15,0-2 6-15,2-2 4 16,0 2-4-16,4-5-12 16,0 2-5-16,0-8 0 15,0 5 5-15,0-5-5 16,4-1 0-16,0-2-4 16,2 0 5-16,0 0-2 15,1 0 2-15,1-2 6 16,4-1-3-16,-1 0-1 15,1 0-3-15,0 0 2 16,-3-1-1-16,5-5-1 16,-1 4 3-16,-5-1-3 15,4-2 0-15,-1-1 3 0,-3-1-5 16,2-2 6-16,-2 2-4 16,3-4 2-16,-5 2 0 15,0-2-1-15,0-3-1 16,1 3 1-16,-3-3-2 15,-4 4 3-15,2-1 0 16,-2 0-2-16,0-2 4 16,0 0-4-16,0 0 0 15,0 3 0-15,0 0 0 16,0-1 0-16,-2 3 0 16,-2-1 0-16,-3 4 1 15,1-1 0-15,0 2 1 16,2 2 10-16,-4 2-5 0,1 0 1 15,-3 0 3 1,2 0-4-16,-3 0-4 0,-1 0-2 16,4 5-1-16,-5 2 0 15,3-2 0-15,4 1-7 16,0-1-14-16,2-2-33 16,4-3-46-16,0 0-113 15,4-5-121-15</inkml:trace>
  <inkml:trace contextRef="#ctx0" brushRef="#br0" timeOffset="153766.47">26507 6585 528 0,'0'0'47'16,"0"0"86"-16,0 0-63 16,0 0-59-16,0 0 1 15,0 0 9-15,0 10 1 16,0 1 14-16,-2 2-14 15,-3-2-3-15,-3 2 0 16,4-1-12-16,-2-2-1 0,2 1 0 16,-2-4-5-1,3 2 1-15,-1-5-2 0,2-2 0 16,2 0-4-16,0-2-9 16,0 0-3-16,0 0-11 15,0 0 2-15,0 0 9 16,2 0 16-16,9 0 1 15,1-3-1-15,0-1 0 16,1-3 0-16,-1 4 1 16,1 1-1-16,-3 0 0 15,-4 2 0-15,0 0 1 16,-4 0-3-16,5 0 4 16,-3 0-2-16,-4 2 4 15,6 5 0-15,-2 2-2 16,-2 1 15-16,2 1 1 0,-2-1-11 15,3 1 2-15,-5 2 28 16,0 1-20-16,0-1-10 16,0-2 17-16,0-1 17 15,0-2-27-15,0-2 10 16,-11-1 10-16,-1 2-2 16,-1-3 2-16,-3 1-13 15,-3-1 4-15,5-4 0 16,-3 0-12-16,5 0-13 15,-1 0 0-15,3-6-6 16,4-5-22-16,4-3-27 16,2-3-35-16,0-1-71 0,0 0-105 15,12-4-162-15</inkml:trace>
  <inkml:trace contextRef="#ctx0" brushRef="#br0" timeOffset="154039.21">26583 6525 739 0,'0'0'1'0,"0"0"114"15,0 0 7-15,0 0-66 16,87-17 7-16,-62 13-39 16,4 1-2-16,-4 2-15 15,-3 1-7-15,-1 0-9 16,-2 0-114-16,-7 0-222 16</inkml:trace>
  <inkml:trace contextRef="#ctx0" brushRef="#br0" timeOffset="155482.67">26848 6900 355 0,'0'0'45'0,"0"0"42"16,0 0 34-16,0 0-39 15,0 0 22-15,0 0-36 0,4-21-8 16,0 15-19-1,-4 0-8-15,2-3-13 0,2 2-5 16,2-2-8-16,1-1-5 16,-1 0-2-16,0-4 0 15,2 3 0-15,3 1-2 16,-3 1-2-16,2 1-3 16,-4 4 5-16,1 0-2 15,3 0-2-15,-4 4 3 16,-4-1-4-16,4 1 5 15,-1 0 0-15,-3 0-10 16,2 0 12-16,-2 0-5 16,4 1 5-16,-6 5 1 15,4 3 0-15,-4 1 3 0,0 1-2 16,0 3 7-16,0 0 2 16,0-1-8-16,-4 2 0 15,-2-1-2-15,0 1 5 16,-1-4 1-16,5-2 12 15,-2-3-15-15,2-5-3 16,2 1-1-16,0-2-4 16,0 0-4-16,0 0-6 15,0 0 13-15,0-3-1 16,0-10 2-16,13 2-1 16,-5-3-4-16,8-2 4 0,-3 1 1 15,1 2-4 1,3-1 3-16,-1 5-5 0,-3-1 5 15,-1 3 1-15,-4 5-2 16,3 0 1-16,-9 2 1 16,2 0 0-16,-2 0 3 15,-2 0-3-15,0 4 14 16,0 7-1-16,0 0-1 16,0 0 6-16,0 5-9 15,0-4 1-15,-2 2 3 16,-4 0-10-16,2-4 6 15,-3 0 5-15,5-6-11 16,-4-1-6-16,6-3 3 16,0 0-9-16,0 0-7 0,0 0-16 15,0-7-1-15,0-6 3 16,6-2-6-16,3 1-1 16,3 0 15-16,0 1 7 15,5 1-5-15,-5 3 9 16,1 1 4-16,-1-1 4 15,-2 7 1-15,-1-3 2 16,-3 4 10-16,4 1 9 16,-1 0 21-16,1 0-1 15,-4 0 0-15,4 0-14 16,-3 0-4-16,-5 0 8 16,2 8 5-16,-4 6 7 15,0 2 3-15,0 2-22 0,0 3-2 16,0-3 3-1,0-3-23-15,0-2-10 0,0-5-98 16,0-7-356-16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  <inkml:channel name="T" type="integer" max="2.14748E9" units="dev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5.68611" units="1/deg"/>
          <inkml:channelProperty channel="T" name="resolution" value="1" units="1/dev"/>
        </inkml:channelProperties>
      </inkml:inkSource>
      <inkml:timestamp xml:id="ts0" timeString="2021-01-12T08:29:04.750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20113 1944 151 0,'0'0'8'16,"0"0"-8"-16,0 0-3 16,0 0 3-16,0 0 17 15,0 0 5-15,0 0-14 16,81-41-8-16,-54 58-3 16,-1 4-44-16,3 0-34 15</inkml:trace>
  <inkml:trace contextRef="#ctx0" brushRef="#br0" timeOffset="5413.25">730 2330 324 0,'0'0'105'0,"0"0"-65"15,0 0 46-15,0 0-34 0,0 0-30 16,0 0 35-16,0 0-4 15,0 0-29-15,0 0 1 16,0 0-1-16,0 0-5 16,0 0-11-16,0 4-5 15,0 1-2-15,0 3-1 16,0-2 1-16,0-1-1 16,-2 3 1-16,2 0-1 15,0 0 0-15,-5 3 0 16,5 1 0-16,0-1 0 15,0 1-1-15,0 1 1 16,0 3 1-16,0-1-1 0,0-1 6 16,0 3 14-16,7-2-7 15,-1-2-5-15,4 3 1 16,3-4 0-16,-1-1-2 16,0 1 2-16,5-6-7 15,-3-2 0-15,-1-1-2 16,8-3 0-16,-3 0 0 15,1-3 7-15,-1-11-3 16,7-5 6-16,-2-2-4 16,-5-2-3-16,1 5-2 15,-7-2 0-15,-5 3 3 16,-1 6 2-16,-2 3 6 16,-4 2 8-16,0 3-2 0,0-1-10 15,0 3-8 1,0-2-29-16,0 3-71 0,0-7-80 15,-4-1-146-15</inkml:trace>
  <inkml:trace contextRef="#ctx0" brushRef="#br0" timeOffset="6103.39">928 2353 379 0,'0'0'82'0,"0"0"29"16,0 0-4-16,0 0-57 16,0 0 1-16,0 0-12 15,0 1-16-15,0 1-15 16,0 0-3-16,0 4 5 15,0 4-5-15,0 0-1 16,0 5 2-16,0 2 2 0,0 2-3 16,0 3 13-16,0 4 7 15,-2 1 0-15,-2 1 8 16,-2 4-5-16,0 2-8 16,6 2-6-16,-7 6 9 15,3-1-3-15,2 0-4 16,2-1-12-16,0-6 3 15,0-3-6-15,0-4 0 16,0-6-1-16,0 0 0 16,0-7-2-16,0-4-33 15,0-3-21-15,0-3-57 16,0-2-100-16,0-2-173 16</inkml:trace>
  <inkml:trace contextRef="#ctx0" brushRef="#br0" timeOffset="7341.51">1100 2991 339 0,'0'0'58'0,"0"0"21"16,0 0-24-16,0 0-21 15,0 0 9-15,0 0 7 0,6-12 3 16,-6 11 19 0,0-4-27-16,4-4-14 0,0 1-15 15,-2-2-8-15,4-3-7 16,1-3-1-16,-3 2 0 16,4-4-4-16,-4 2-11 15,2 1-6-15,-4 2 4 16,3 4 0-16,-5 7-4 15,0 1 7-15,0 1 7 16,0 0 7-16,0 0-16 16,0 0-28-16,0 0 35 15,0 0 9-15,0 5 1 16,0 4 0-16,0 2-1 16,0-1 7-16,-5 6 16 15,3 0-6-15,-2 3 8 0,2 2-9 16,-2 2-7-16,4 1 1 15,-2-1-5-15,-2 1-2 16,4 0-3-16,0-4-3 16,0-5-10-16,0-4-37 15,0-8-132-15,0-3-90 16</inkml:trace>
  <inkml:trace contextRef="#ctx0" brushRef="#br0" timeOffset="8048.46">1220 2924 275 0,'0'0'151'16,"0"0"-90"-16,0 0 6 16,0 0-35-16,0 0-21 15,0 0 3-15,29-44 4 16,-21 39-3-16,-2 0-8 16,0 2 5-16,-2 3-5 15,-4 0-2-15,7 0-5 16,-5 0-1-16,4 0-2 15,2 0-2-15,-6 5-5 0,2 3 10 16,-4 1 2 0,0 2 10-16,0 1-7 0,0 1 1 15,0 0-2-15,0 1-1 16,-6-2-1-16,-2 2 0 16,6-4-1-16,-9 4-1 15,5-3-1-15,-2 2-1 16,-2 2 1-16,3-2 1 15,-1 2-1-15,-2-3 1 16,10-1 0-16,-2-4 0 16,2-3 1-16,0-2 0 15,0-2 5-15,0 0 13 16,2 0 19-16,10 0 25 16,7 0-16-16,-1 0 18 15,5-2-6-15,0-6-37 0,-2 2-18 16,-3-1-4-16,-1 4-29 15,-7 1-107-15,-8 2-150 16</inkml:trace>
  <inkml:trace contextRef="#ctx0" brushRef="#br0" timeOffset="9160.39">1244 2367 314 0,'0'0'113'16,"0"0"11"-16,0 0-9 15,0 0-79-15,0 0 3 16,0 0 1-16,0 0 7 16,23-22 0-16,-23 16 5 15,2 1-20-15,-2-3-17 16,0-1-11-16,0 1-3 16,4-3 1-16,-4 2-2 15,0-3 0-15,0 1 0 0,0 0 1 16,0 0 0-16,0 1-1 15,-4 1 0-15,-2 0 1 16,4 2-1-16,-4 0-2 16,2 2-1-16,2-1-3 15,-3 3-5-15,5 0 5 16,0 1-7-16,0 1 2 16,0-2-5-16,0 2-16 15,0-1 11-15,7 0 8 16,3 1-2-16,-2 1 10 15,3 0 4-15,1 0 1 16,-2 0 0-16,3 0 1 0,-1 0-1 16,-4 0 0-16,3 0 0 15,-3 0-4-15,-2 1-10 16,-2 6-2-16,-2-1 9 16,3 3 7-16,-5-1 6 15,0 1-5-15,0-1-1 16,0 1 0-16,0-1 0 15,0 1 0-15,0 2 0 16,0 0-1-16,0 1-7 16,0-2-1-16,-5 4 8 15,5-4-1-15,0 2-4 16,0-3 6-16,0 2-2 16,0-2 2-16,7-1-4 0,3 3 4 15,6-4-1-15,3-1-7 16,8-6 7-16,8 0-205 15</inkml:trace>
  <inkml:trace contextRef="#ctx0" brushRef="#br0" timeOffset="11279.49">1935 2641 538 0,'0'0'4'0,"0"0"99"16,0 0-10-16,0 0-52 15,0 0 13-15,0 0-14 16,0 0-10-16,41-1 4 0,-35-1-1 16,1 2-12-16,1 0-3 15,2 0-9-15,3 0-8 16,5 0 0-16,1-1 0 16,4-3-1-16,1-2-8 15,1-2-31-15,-2 3-54 16,-11 3-76-16,-3 2-100 15</inkml:trace>
  <inkml:trace contextRef="#ctx0" brushRef="#br0" timeOffset="11871.75">1947 2756 391 0,'0'0'62'15,"0"0"36"-15,0 0 20 16,0 0-71-16,0 0 14 16,0 0-25-16,25-11-7 0,-19 11-3 15,5 0 3-15,-3 0-1 16,4 0 6-16,1 0 0 15,7 0-8-15,-1 0-7 16,0 0-4-16,-5 0-7 16,5 0-2-16,1 0-6 15,-1 0 0-15,-1 0-1 16,-3 0-18-16,-3 0-26 16,-1 0-83-16,-11 10-135 15</inkml:trace>
  <inkml:trace contextRef="#ctx0" brushRef="#br0" timeOffset="58846.44">2904 2168 447 0,'0'0'80'15,"0"0"0"-15,0 0 36 16,0 0-82-16,0 0 2 16,0 0 21-16,0 0-26 15,0 0-10-15,-10-14-7 16,10 14-3-16,0 0-11 16,0 0-1-16,0 0-1 0,-2 0-4 15,2 0 1-15,-4 0 3 16,4 0 2-16,0 0 7 15,0 0-6-15,0 0-1 16,0 0 0-16,0 0 0 16,0 0 0-16,0 0 0 15,0 0-2-15,0 0-3 16,0 0 5-16,0 0 0 16,0 0 0-16,0 0 0 15,-2 0-2-15,2 0 5 0,-4 3 1 16,4 0-2-1,-3 2 0-15,3 0-2 0,-4 3 3 16,4-3-1-16,0 4 0 16,-2 1 0-16,2 1-1 15,0 0 7-15,0-1-6 16,0-2 0-16,0 1 0 16,0-2-2-16,0-1-4 15,2 0 3-15,5 0 0 16,5 0 1-16,5-3 2 15,-3 1-1-15,3-3-1 16,1-1-1-16,5 0 1 16,-5 0 2-16,1-7-2 15,0 0-2-15,-7-3 0 16,5 1-9-16,-5-3 11 0,-4-1 5 16,3-1 5-16,-3 2-8 15,-4-2-2-15,-4 3 0 16,2-5 6-16,2 6 9 15,-4-2-7-15,0 3-8 16,0 4 9-16,0 2-2 16,0 3 5-16,0 0-1 15,0 0-9-15,0 0-2 16,0 0-9-16,0 7-5 16,0 6 5-16,-6 5 7 15,6 3 2-15,-4 4 0 16,4 2-4-16,0 2-1 0,0 3 3 15,0 4 2-15,0-2 2 16,4 5 0-16,4-5-1 16,3 0 3-16,-5-6-3 15,4 0 0-15,-8-3-1 16,2-6 1-16,-2-6 3 16,-2 0-4-16,0-7-4 15,0-3 4-15,0-1 9 16,0-2 12-16,-8 0 2 15,-8 0-19-15,-3-7-4 16,-4-5-1-16,9 1-4 16,-3-3-4-16,1 3 6 15,3 2 3-15,5 3 3 0,4 1-3 16,2 1-2 0,-2 2-2-16,4 2 1 0,0-2-20 15,0-1-11-15,4-3 24 16,10-2 10-16,7-1 2 15,-2-3 1-15,1 1-2 16,-1 0 1-16,-1-1-1 16,-1 1-1-16,0 3-1 15,-9 2-22-15,2 1-158 16,-4 2-105-16</inkml:trace>
  <inkml:trace contextRef="#ctx0" brushRef="#br0" timeOffset="59359.25">3371 2382 410 0,'0'0'77'16,"0"0"15"-16,0 0 16 16,0 0-93-16,0 0-7 15,0 0 42-15,0 42-21 16,0-22 7-16,0 2-11 0,0 2-3 15,-4 0 8 1,-2-1-12-16,0-1-8 0,4-1-8 16,-4-5-2-16,2-5-8 15,4-4-35-15,0-5-57 16,0-2-165-16,0-4-242 16</inkml:trace>
  <inkml:trace contextRef="#ctx0" brushRef="#br0" timeOffset="60153">3355 2409 321 0,'0'0'185'0,"0"0"-87"0,0 0 5 15,0 0-89-15,0 0 2 16,0 0 8-16,4-22-4 16,4 17-6-16,3 2 5 15,-3-4-3-15,4 3-11 16,-1 2-1-16,-1 2-1 16,-4 0-3-16,2 0 0 15,-1 0-13-15,-1 2-15 16,-2 9 28-16,-2-3 5 15,-2 4 2-15,0-2 16 16,0 2-15-16,-2-1-6 16,-4-2-1-16,-5 2-1 15,3-6-9-15,2 2 1 16,-2-5 3-16,6 1-2 0,-2-3 2 16,1 0 5-16,3 0 4 15,0 0-4-15,0 0-5 16,0 0-19-16,0 0-20 15,0-4 38-15,7-1 6 16,3 2 3-16,-2 2-3 16,3-1 0-16,1 2-1 15,-4 0-5-15,5 0-12 16,-3 0 13-16,-4 0 3 16,0 2-8-16,1 2 3 15,-5 2 7-15,2 1 5 16,-4 1 2-16,0 0 4 0,0 2-7 15,0 0 3 1,0-1 1-16,0 1 2 0,0-3 10 16,-4 1-6-16,-5-3 1 15,-1 1 25-15,2-3 1 16,-5 2-2-16,1-2-10 16,-5 0-24-16,3-1-5 15,-3-2-35-15,1 0-85 16,1 0-100-16,-3 0-266 15</inkml:trace>
  <inkml:trace contextRef="#ctx0" brushRef="#br0" timeOffset="60968.83">2691 2796 437 0,'0'0'49'16,"0"0"53"-16,0 0-39 16,0 0-61-16,0 0 20 15,0 0 26-15,21-1-11 16,-11 1 0-16,3 0 6 0,1 0 11 16,7 0-11-16,-2 1 9 15,1-1-27-15,5 2-4 16,-2-2 5-16,8 0-4 15,6 0-9-15,2 0 9 16,5 0-1-16,-7-4-2 16,4-1-9-16,-8 1-3 15,9 1 3-15,-1 2-8 16,-4-4 4-16,7 2 5 16,1-3-3-16,-2 2 0 15,-3-3-3-15,-1 1-4 16,-6 1 0-16,2 0-1 0,-4 2 0 15,-2 3 1-15,-6 0 2 16,-2 0-3-16,-3 0 0 16,-1 0-1-16,-3 0 3 15,-1 3-3-15,1-1 3 16,-6 1-2-16,5-2 0 16,-1-1 0-16,-2 0-5 15,-1 0 5-15,-5 0 0 16,2 0-8-16,-6 0-4 15,0 0-2-15,0 0-7 16,0 0-13-16,2 0-23 16,2 0-52-16,2-1-71 15,1 1 33-15,-1 0-43 0,-6 0-103 16</inkml:trace>
  <inkml:trace contextRef="#ctx0" brushRef="#br0" timeOffset="61937.28">3070 3261 398 0,'0'0'77'0,"0"0"29"16,0 0 30-16,0 0-89 16,0 0 19-16,0 0 17 15,-7 6-24-15,7-6-18 16,0 0-17-16,0 0-14 0,5-6 7 15,9-11 26 1,3-5-21-16,3-8-5 0,1-2-9 16,-7 0-8-16,-1-1-8 15,-1-2-2-15,-6 1-11 16,1 2-1-16,-1 4 3 16,-6 4-15-16,0 4 16 15,0 5 9-15,0 5 8 16,0 2-2-16,-6 2 6 15,-1 3-6-15,1 3 6 16,4 0-2-16,-2 0 5 16,2 0-6-16,-4 0-7 15,2 0 2-15,2 5 5 0,-3 1 2 16,-1 3-2-16,6 0 0 16,-2 6 5-16,-2 0-5 15,-2 3 10-15,2 1-6 16,4 2 2-16,-2 2-3 15,2-1 6-15,0 4 2 16,0-2-3-16,0 1-4 16,0 2 0-16,0 0 8 15,0 1 4-15,0-1 3 16,0 0 0-16,2-2-8 16,6-1 7-16,-6-7-11 15,4-3-1-15,0-4-6 0,1-6-6 16,3-3-20-1,4-1-30-15,3 0-20 0,2-12-87 16,3-1-138-16,-3 0-33 16</inkml:trace>
  <inkml:trace contextRef="#ctx0" brushRef="#br0" timeOffset="62485.06">3320 3352 3 0,'0'0'460'0,"0"0"-448"16,0 0 108-16,0 0-56 15,0 0-57-15,0 0 17 16,45-77-13-16,-39 60-5 0,-3 2-1 15,3 1 0-15,-6 1 1 16,6 2-4-16,-6 4-2 16,4 2-1-16,-4 2-1 15,0 3 2-15,0 0-1 16,0 0-2-16,0 0-8 16,0 3 11-16,0 8 46 15,0 1-2-15,0 2-3 16,-4 6-9-16,2 1 0 15,-2 3 4-15,2 0 5 16,-5-1-8-16,7-1-16 16,-4-5-13-16,4 0-4 15,0-6-1-15,0-4-42 16,0-2-40-16,0-5-81 0,4 0-124 16</inkml:trace>
  <inkml:trace contextRef="#ctx0" brushRef="#br0" timeOffset="63317.3">3522 3269 222 0,'0'0'204'0,"0"0"-114"16,0 0 47-16,0 0-60 16,0 0-45-16,0 0 1 15,-4-15-9-15,8 10-21 16,3-1 12-16,5-2-14 16,-4 2 3-16,5 2-1 15,-3-1-6-15,-2 2 4 16,-2 2-4-16,1 1 3 0,1 0-12 15,-6 0-10-15,2 0-22 16,-4 6 44-16,0 1 15 16,0 4-1-16,0 2 0 15,0 1-7-15,-6 2-2 16,-9 0-4-16,3 1-1 16,0 0-6-16,3 1 4 15,-3-4 0-15,2-3-3 16,3 1-2-16,5-5 5 15,-2-1 2-15,4-3 0 16,0 0 0-16,0-1-1 16,0-1 1-16,0 2 2 15,0-1 1-15,0-1 10 0,0 1-6 16,13-2 11-16,-1 0 10 16,11 0 27-16,-5 0-16 15,1 0-10-15,4-5 0 16,-5 1-19-16,-5 1-6 15,-1 1-4-15,-6 2-9 16,-6 0-43-16,0 0-111 16,-6 8-188-16</inkml:trace>
  <inkml:trace contextRef="#ctx0" brushRef="#br0" timeOffset="66662.02">4269 2666 309 0,'0'0'245'15,"0"0"-93"-15,0 0 24 16,0 0-88-16,0 0-34 16,0 0 6-16,0 0-12 15,0 0-6-15,0 0-12 16,0 0-3-16,2 0-5 0,2 0-8 15,2 0-14-15,2 0-3 16,9 0 2-16,1-5 2 16,1 0-2-16,6-4-2 15,-2 6-2-15,1-1-10 16,-7 2 3-16,4 2-8 16,-9 0-6-16,-2 0-19 15,-1 2-21-15,-5 4-33 16,-2 0-84-16,-2 1-82 15,0-1-109-15</inkml:trace>
  <inkml:trace contextRef="#ctx0" brushRef="#br0" timeOffset="67163.61">4269 2838 437 0,'0'0'51'15,"0"0"50"-15,0 0-23 16,0 0-19-16,0 0-10 15,0 0 4-15,33 0-2 16,-23 0-9-16,-4 0 4 16,9 0-8-16,-5 0-11 15,2 0-3-15,5 0-11 16,-5 0 3-16,7 0-5 16,-5 0-7-16,7-4-4 0,-2 0 0 15,-5 3-1-15,-1-2-12 16,-3 1-39-16,-4 2-101 15,0-2-175-15</inkml:trace>
  <inkml:trace contextRef="#ctx0" brushRef="#br0" timeOffset="68933.14">5164 2230 414 0,'0'0'203'0,"0"0"-113"16,0 0 75-16,0 0-85 15,0 0-52-15,0 0 0 16,-15-31 14-16,11 29-22 16,4 1-1-16,0 1-3 15,-2 0-7-15,-2 0-3 16,2 0-6-16,-2 0-3 0,-3 0-2 16,1 0 5-16,-2 8-1 15,-2 4 1-15,-3 4 0 16,1 3 0-16,-1 4-7 15,3 3 6-15,2 6-8 16,4-4 8-16,2 4-1 16,2-4 0-16,0-3 3 15,0-5-2-15,8-5-12 16,8-9 4-16,7-6-13 16,4 0-1-16,-2 0 6 15,0-14 3-15,2-5-7 16,-9-6 10-16,1 2 11 0,-5-3 2 15,-8 0 3-15,5 2-3 16,-11 0 0-16,0 2 2 16,0 2 2-16,-11 2 4 15,-1 1 4-15,4 2-9 16,-5 4 2-16,1 2 2 16,0 4-3-16,-1 2-6 15,-1 3-2-15,5 0-8 16,-1 0-4-16,2 7-25 15,2 10-35-15,-1 7-17 16,3 0-64-16,4 0-76 16</inkml:trace>
  <inkml:trace contextRef="#ctx0" brushRef="#br0" timeOffset="69257.7">5416 2420 131 0,'0'0'423'0,"0"0"-416"16,0 0 41-16,0 0-1 16,0 0-37-16,0 0 9 15,0 66-4-15,0-42-11 16,0-3-1-16,0 4-6 16,0-6-36-16,0-6-57 15,0-5-85-15</inkml:trace>
  <inkml:trace contextRef="#ctx0" brushRef="#br0" timeOffset="69811.47">5616 2237 231 0,'0'0'208'0,"0"0"-144"0,0 0 46 15,0 0-93-15,0 0 3 16,0 0 25-16,-43 66-14 16,33-43-4-16,1 2 11 15,-1 3-1-15,8-4-6 16,-2 0-15-16,4-6-7 16,0-5-9-16,6-2-11 15,13-10-10-15,3-1-4 16,3-1-24-16,0-19 1 15,0-1-32-15,-2 1 44 16,-9-1 14-16,-2 2 22 16,-5 5 12-16,-7-1 16 15,0 5 24-15,0-1 10 0,0 2 8 16,-2 3-14 0,-9 0-8-16,-1 1-27 0,-1 3-9 15,1-3-8-15,4 3-4 16,2 1-5-16,1 0-26 15,3-1-65-15,2 2-43 16,0 0-98-16,0 0-192 16</inkml:trace>
  <inkml:trace contextRef="#ctx0" brushRef="#br0" timeOffset="70296.28">5889 2266 337 0,'0'0'219'15,"0"0"-108"-15,0 0 9 16,0 0-68-16,0 0-19 16,0 0 0-16,-18 8-22 0,7 8-7 15,3 5 1 1,-2 5-3-16,1 1 8 0,5 2-1 16,4-5 7-16,0-4-11 15,0-5-5-15,11-9-19 16,7-2-10-16,1-4 3 15,1 0 8-15,3-8-3 16,-4-7-12-16,-1 2 14 16,-1-1 18-16,-9 3 2 15,-2 0 0-15,1 0 2 16,-7-4 0-16,0 2 5 16,0-2 15-16,0 3-4 15,0-1-5-15,-9 4 1 16,-1-2-15-16,4 5-2 0,-2 3-27 15,3-2-102-15,5 1-167 16</inkml:trace>
  <inkml:trace contextRef="#ctx0" brushRef="#br0" timeOffset="70807.89">6115 2207 366 0,'0'0'44'0,"0"0"9"16,0 0 5-16,0 0-47 15,0 0 10-15,0 0 1 16,-7 34-22-16,5-26 7 16,-2 0 5-16,4-5-3 15,0 3-9-15,0-3-3 16,0 0-5-16,10-1 1 16,-1-2-4-16,1 2 11 15,2-2 6-15,-3 1-5 16,3 3 5-16,-2-2-4 15,-3 5 6-15,3-2 5 0,-4 3 14 16,7-2 3-16,-7 4-1 16,0 1 6-16,0-1-6 15,-4 4-2-15,-2-1-6 16,0 1 28-16,0 0 18 16,-2-1-20-16,-8-1-3 15,-3-2-21-15,1-2-6 16,0-5-14-16,-5-3-3 15,5 0-56-15,-3 0-96 16,-1-11-142-16,3-7-209 16</inkml:trace>
  <inkml:trace contextRef="#ctx0" brushRef="#br0" timeOffset="71048.03">6150 2171 597 0,'0'0'14'16,"0"0"137"-16,0 0-56 16,0 0-16-16,103 0-20 15,-68-1-29-15,-2-1-27 16,-2 2-3-16,2 0-15 0,-12 0-82 15,-4 0-111-15,-11 0-328 16</inkml:trace>
  <inkml:trace contextRef="#ctx0" brushRef="#br0" timeOffset="72060.92">5199 2676 36 0,'0'0'393'0,"0"0"-323"16,0 0 93-16,0 0-98 15,0 0-19-15,0 0-8 16,95-12-9-16,-70 12 12 15,2 0-1-15,6 0-20 16,4-3-1-16,-2 0 26 16,2 1-18-16,-4-2-11 15,7 1-13-15,-7-2-1 16,2 2 0-16,2-1-1 16,-2 0 1-16,0 4-1 15,-2-4-1-15,-2-1 1 16,4 2-1-16,1 0 0 0,-3-2 1 15,0 2-1 1,-2 0 0-16,-4 1-2 0,6-1 1 16,-6 3 2-16,-5-1 1 15,1-1-2-15,-4 2 0 16,-1 0 0-16,-3 0 0 16,3-3 0-16,5 0 0 15,0-2 3-15,-2 3-3 16,3-1 0-16,-1 0 0 15,0-1 0-15,-5 1 3 16,-5-2-3-16,-1 4-2 16,-4-1 1-16,-1 2-1 15,1 0 0-15,-6 0 2 16,8-2 1-16,-1 1-1 0,3-1 4 16,0 1-4-16,1-1 1 15,-7 1-1-15,0-1-4 16,-6 2-5-16,0 0-9 15,0 0-11-15,0 0-17 16,-8 0-167-16,-15 3-182 16</inkml:trace>
  <inkml:trace contextRef="#ctx0" brushRef="#br0" timeOffset="74287.66">5883 2809 308 0,'0'0'106'16,"0"0"-6"-16,0 0 9 16,0 0-52-16,0 0-10 15,0 0-9-15,-4-20-10 16,4 18 18-16,0 2 11 16,-2-2-17-16,2 2-6 15,-4 0-2-15,2 0-5 16,2 0-10-16,-5-1-3 15,3-1-4-15,-2 1 2 16,2 1-1-16,-2 0 0 16,-2 0-11-16,0 0 1 15,4 0-1-15,-5 0 6 16,1 0 2-16,0 0-8 0,-4 0-1 16,3 3 1-16,1 4 2 15,-4 0 3-15,2 1-3 16,1 2-2-16,-3 3 0 15,2-2 0-15,2 3-2 16,-5 1 0-16,9-1 1 16,-4 6 1-16,2-1 0 15,-2 2 3-15,6 2-1 16,0 1-1-16,0-3-1 16,0-2-1-16,0 0 0 0,10-8 1 15,2-2-6 1,1-1 5-16,5-6 1 0,-3-2-2 15,8 0 2-15,-5-4-10 16,1-10 9-16,-1 3 0 16,-1-3 0-16,-5 2-2 15,-3 2 3-15,-1 1 0 16,-6 1 1-16,2 2 12 16,-4 0-10-16,0 0 9 15,0 3-3-15,0-3 0 16,0 0-2-16,-6 2 0 15,-4-2 3-15,-1 1-5 16,3 1 3-16,-4 0 2 16,1 1-3-16,3-2 5 15,2 3-10-15,0 1 1 0,-5 1-6 16,5 0 2 0,4 0-6-16,-8 0 3 0,-1 8 0 15,-1 6-6-15,6 3-7 16,4 1-28-16,2 0-63 15,0-9-228-15</inkml:trace>
  <inkml:trace contextRef="#ctx0" brushRef="#br0" timeOffset="75871.47">6757 2543 589 0,'0'0'99'16,"0"0"25"-16,0 0-6 15,0 0-87-15,0 0-9 0,0 0 11 16,0 0-19-16,0 0-3 16,0 0 2-16,0 0 1 15,0 0-2-15,0 0-2 16,13 0 5-16,-1 0-7 15,5 0-6-15,1 0 1 16,-1 0-3-16,2 0 1 16,-5 0-1-16,5 0-12 15,-1 0-12-15,-1 0-22 16,-1-1-38-16,-3-3-73 16,-1 1-95-16,-4-1-104 15</inkml:trace>
  <inkml:trace contextRef="#ctx0" brushRef="#br0" timeOffset="76291.61">6770 2676 476 0,'0'0'78'0,"0"0"14"16,0 0-4-16,0 0-72 15,0 0 18-15,0 0 24 16,6 0-23-16,4 0 4 16,-3 0-10-16,1 0-4 15,-2 0 3-15,4 0-5 16,-3 0-14-16,3 0-2 16,2 0-3-16,1 0-4 15,-1-2-3-15,1 1-25 16,-1 1-46-16,2 0-83 0,-7 0-91 15,-3 0-117-15</inkml:trace>
  <inkml:trace contextRef="#ctx0" brushRef="#br0" timeOffset="89763.28">7363 2507 292 0,'0'0'116'15,"0"0"-70"-15,0 0 46 16,0 0-28-16,0 0-23 16,0 0 15-16,0 0-18 15,0 0-20-15,-10-5 0 16,10 2-3-16,0 1 10 0,-2-1 7 16,2 2-13-1,-4-1-7-15,1 1 0 0,-1-3-2 16,2 4-7-16,-2-3 9 15,-2 1 3-15,0 1-15 16,4-2 11-16,-5 3-8 16,1 0 3-16,6 0-5 15,-6 0-2-15,2 0-1 16,4 0-1-16,-6 0 2 16,0 0 1-16,1 0 0 15,-1 6 0-15,4-3-7 16,-2 4 7-16,-2 1 0 15,4 0 3-15,-4 1-3 0,1 4-5 16,3-1 4 0,-4-1 1-16,6 2 1 0,-4 2 1 15,4-4-4-15,0 1 2 16,0-1 0-16,0 1 0 16,0-2 0-16,0 4 0 15,0-2 0-15,4 2 0 16,2 2 1-16,7-2 0 15,-5 1 1-15,4-2-2 16,3-1 1-16,-3-4 2 16,1 0-2-16,1-4 1 15,-1-1-1-15,-1-3-1 16,4 0 4-16,1 0-4 16,-3-12 1-16,3-1 3 0,-3-4-4 15,3-2-6-15,-9 3 6 16,3-1 1-16,-5-2 0 15,-2-1 8-15,-4 2-9 16,0 2 3-16,0 0 0 16,0 1-1-16,0-1-2 15,-6 1 0-15,-5 1-2 16,1-3-2-16,-2 5 2 16,3-3-2-16,-3 6 4 15,2 0 7-15,1 1-7 16,-1 6-1-16,4-2 1 15,-4 4 11-15,3 0-9 16,-1 0-2-16,-2 0-3 0,1 1-6 16,-1 8 1-16,-2 1 2 15,3 1 0-15,-1 0-3 16,4 2-13-16,0-2-24 16,6 2-41-16,0-5-46 15,0 0-53-15,0-7-168 16</inkml:trace>
  <inkml:trace contextRef="#ctx0" brushRef="#br0" timeOffset="90243.59">7636 2678 458 0,'0'0'38'0,"0"0"21"15,0 0-3-15,0 0-35 16,0 0 24-16,-6 86 3 16,0-63-8-16,1 2 1 15,-1-6-25-15,6-1-16 0,0-6-3 16,0-4-92 0,0-5-127-16,0-3-174 0</inkml:trace>
  <inkml:trace contextRef="#ctx0" brushRef="#br0" timeOffset="91074.73">7886 2489 131 0,'0'0'285'0,"0"0"-232"16,0 0 64-16,0 0-33 16,0 0-32-16,0 0-1 15,-8-11-3-15,4 10-3 16,-3 1-2-16,5 0-31 16,-4 0 0-16,0 0-10 15,0 0-2-15,-9 6-2 16,7 1 2-16,-2 2 0 15,1 1 4-15,3 6-4 0,0 1-2 16,0 3-5-16,2 2 7 16,4 2 2-16,0 1 0 15,0-5 1-15,0-1-3 16,0-8-2-16,12 0 0 16,5-4-3-16,1-4 0 15,5-3 4-15,2 0 1 16,0-9 0-16,-1-6 7 15,-1-2-7-15,-8-2 0 16,-3 2-1-16,0-3 1 16,-1 1 5-16,-9 2 5 15,-2 2-3-15,0-2 4 0,0 4-6 16,-2-2 8 0,-11 3-13-16,-3-1-3 0,1 4 1 15,-1 1-18-15,-1 1 15 16,5 3-4-16,4 4-8 15,1 0-8-15,-3 0-23 16,4 7-52-16,0 3-17 16,6-1-12-16,0 1-18 15</inkml:trace>
  <inkml:trace contextRef="#ctx0" brushRef="#br0" timeOffset="91615.5">8225 2480 173 0,'0'0'218'0,"0"0"-180"16,0 0 65-16,0 0-41 15,0 0-20-15,0 0-15 16,-23-7-16-16,17 9-7 0,-2 7 8 16,4 6 5-16,-9 3 6 15,7 4-8-15,-2 4-3 16,2 0 6-16,2 1 2 15,4-4-5-15,0 0-1 16,0-7-5-16,4-9-7 16,10-7-2-16,3 0-23 15,3-5 22-15,7-14 2 16,-2 0 18-16,-4-2-13 16,-5 3-6-16,1 4 7 15,-9-1 1-15,-2 1 0 16,-6 4-3-16,0-4 8 15,0 4 3-15,0-1-4 0,-2 3 10 16,-10 0-21-16,-5-2-1 16,5 2-1-16,-5 2-12 15,5-2-23-15,6 4-45 16,-1 3-37-16,1 1-88 16,6 0-193-16</inkml:trace>
  <inkml:trace contextRef="#ctx0" brushRef="#br0" timeOffset="94969.2">8548 2494 392 0,'0'0'110'0,"0"0"41"16,0 0-40-16,0 0-41 15,0 0 3-15,0 0-8 16,0-8-23-16,0 8-4 16,0 0-10-16,0 0-3 15,0 0-13-15,0 0-12 16,-3 0-1-16,-1 0 0 16,2 0 0-16,-4 0-8 15,-4 0 7-15,8 0 1 16,-9 4-2-16,3 0 1 15,-2 3-5-15,4-1 2 0,-5 1-11 16,3 4 9 0,2-3 3-16,0 3 3 0,-1 1-4 15,3 2 5-15,2-1-5 16,2 5 5-16,-4-1 0 16,4 0-4-16,0 1 4 15,0-5 1-15,0-1 3 16,0-3 1-16,0-1-3 15,4 0-2-15,2-5 0 16,1-1-2-16,1 0 2 16,4-2 5-16,1 0-5 15,1 0 4-15,-2 0-4 16,7 0 0-16,-4-6-3 16,1-6-8-16,-1 0 0 0,-1-2 0 15,-2 3-9-15,1 0 5 16,-7 0 15-16,-4 2 4 15,2-1 4-15,-4 0 9 16,0-3-8-16,0 2-1 16,0-4-3-16,0 2-4 15,0-1 1-15,0 2-1 16,0 0 0-16,-4 1 3 16,-2-2-1-16,-2 3 8 15,1-1-8-15,1 2 3 16,0 5-2-16,-4 0 2 15,3 0-3-15,1 4-2 16,-4 0-2-16,2 0 0 0,-5 0-9 16,3 9-23-16,4 0-36 15,0-2-92-15,-1 1-103 16</inkml:trace>
  <inkml:trace contextRef="#ctx0" brushRef="#br0" timeOffset="95852.68">8752 2452 368 0,'0'0'68'16,"0"0"-8"-16,0 0-2 15,0 0-45-15,0 0 10 16,0 0 1-16,17-24 0 16,-11 20 7-16,2-1 2 15,-2-1-3-15,5 2-8 0,-5 3-15 16,2 0-4-16,3 1 1 16,-5 0-1-16,2 0-2 15,-2 0-1-15,-2 1-1 16,3 4 1-16,-5 6 15 15,6-3-10-15,-6 1-4 16,2 4 9-16,-2 2-2 16,-2-3-8-16,0 0 0 15,0 2-1-15,0-3-4 16,-8 2-2-16,-2 0-5 16,-1 0 0-16,-1-2-7 15,4 1 1-15,-5-1-6 16,1-1 11-16,-5 1-22 15,9 0 6-15,-2-1 14 16,-1 1 13-16,3 1 0 0,2-2 0 16,0 2-2-16,1-4 4 15,3 1 3-15,-2-1 7 16,4-3 4-16,0 3 0 16,0-3 6-16,0 0-1 15,0 0 0-15,6-4 2 16,7 3 17-16,-1-4 4 15,9 0 10-15,-2 0-7 16,-1 0-23-16,3 0-12 16,-3-5-8-16,3-1-2 15,-6 0-58-15,1 1-22 16,-4-1-50-16,-3 4-104 0</inkml:trace>
  <inkml:trace contextRef="#ctx0" brushRef="#br0" timeOffset="96362.33">8783 2477 423 0,'0'0'82'16,"0"0"27"-16,0 0-56 15,0 0-45-15,0 0 12 16,0 0 3-16,0 0 37 16,0 6-8-16,0 4 8 15,11 0-14-15,-3 1-4 0,2 3-2 16,-2 0-10 0,5 0 3-16,3 1-9 0,-3-2-9 15,-1 5 0-15,1-2 1 16,-3-1-4-16,2 1-10 15,-6-2 0-15,3-1 0 16,-3-2-2-16,-2 5 0 16,2-6-3-16,-4 2-9 15,2-5-24-15,-4-2-15 16,3-2-108-16,-3-1-112 16,0-2-104-16</inkml:trace>
  <inkml:trace contextRef="#ctx0" brushRef="#br0" timeOffset="97302.18">9062 2460 242 0,'0'0'311'0,"0"0"-278"15,0 0 92-15,0 0-90 16,0 0-31-16,0 0 1 0,0-7-3 15,0 6 8-15,11-5 11 16,3 1 13-16,5 2-3 16,-1 2-4-16,3-3-4 15,-7 4-15-15,3 0-7 16,-5 0-1-16,-3 0 0 16,-3 2-4-16,0 7 4 15,-6 0 16-15,0 0 5 16,0 2-4-16,0 2-7 15,-8 0 0-15,-3-1-10 16,-3 3 0-16,-3-4-2 16,3 2-4-16,-3-4-1 15,5 0-3-15,6-4-8 0,0-3 6 16,1-1-5 0,3 1 1-16,2-2 11 0,0 0-11 15,0 0-45-15,0 0 4 16,15 0 57-16,1 0 0 15,3 0 10-15,4-2 2 16,-3 2-10-16,-1 0 2 16,-2 0-4-16,-5 0-2 15,4 0 1-15,-7 0-1 16,1 6 0-16,-8 0-1 16,9 2 2-16,-5 3 1 15,-4-4 3-15,2 3 3 16,-4-1-1-16,0 2 18 0,0-2-8 15,0 1 6 1,0-4 9-16,0 2-7 0,0-3 0 16,-4 0-3-16,-2 2 7 15,-3-1-2-15,-1-2-3 16,-2 0 2-16,-7-1-3 16,2 2-6-16,-3 1 3 15,-3-2 2-15,-2-1-12 16,7-1-6-16,-1-2-2 15,7 0-26-15,5 0-67 16,1-20-180-16</inkml:trace>
  <inkml:trace contextRef="#ctx0" brushRef="#br0" timeOffset="99514.06">9639 2710 522 0,'0'0'124'15,"0"0"-37"-15,0 0 9 16,0 0-96-16,0 0 1 16,0 0-1-16,0 0 0 15,19-4 13-15,-15-7 13 16,2-2-26-16,-4 3 0 16,2-4 3-16,-2 2-3 15,2-1-16-15,-4 0-13 16,0 0 22-16,0 1-13 15,0-1-2-15,0 4 22 16,0-2 1-16,0 3 0 16,0 1-1-16,0 2-3 15,0 0-10-15,2-1 5 16,3 4-2-16,-1-2-12 16,-2 1 7-16,4-1 15 0,0 3 0 15,4-2 1-15,-3-1 1 16,5 3 2-16,-6-1 2 15,3 0-5-15,1 2-1 16,-4 0-1-16,0 0 0 16,-4 0 1-16,5 0-2 15,1 0-2-15,-2 5-8 16,-4 0 6-16,2 2 6 16,2 2-3-16,-6-2 2 15,0 3 1-15,0 1 1 0,0 3 1 16,0-1 3-1,0 2-2-15,-6 0 2 0,0 2 0 16,-4-4 4-16,3 0-3 16,3-3-1-16,2-1-2 15,2-4-3-15,0-1 0 16,0 1 0-16,0-2-5 16,0-1-21-16,0-2-56 15,17 0-44-15,-5-3-133 16</inkml:trace>
  <inkml:trace contextRef="#ctx0" brushRef="#br0" timeOffset="99985.72">9943 2556 312 0,'0'0'90'0,"0"0"-32"16,0 0 23-16,0 0-61 16,0 0-15-16,0 0 8 15,-25 17 5-15,19 1 30 16,-2-2 30-16,-3 4-30 16,11-6 2-16,0 1-9 15,0-6-21-15,0-2-20 16,4-5-8-16,11-2-14 15,1 0 21-15,-1 0-31 0,1-9 2 16,-3 0 20-16,-1 0-1 16,-6-1 6-16,1 1 5 15,-7-1 0-15,0 0 6 16,0 3 1-16,0 1-6 16,0 2 10-16,0 1-3 15,0-1 9-15,0 4 3 16,0 0 8-16,0 0-6 15,0 0 0-15,0 7-19 16,0 4 5-16,-2 1 13 16,2 5-6-16,0-2-10 15,0 0-5-15,0-2-11 0,12-5-74 16,9-4-84 0,1-4-195-16</inkml:trace>
  <inkml:trace contextRef="#ctx0" brushRef="#br0" timeOffset="100526.36">10214 2535 319 0,'0'0'147'16,"0"0"-67"-16,0 0 38 15,0 0-87-15,0 0-5 0,0 0 11 16,-64 35 19-16,49-17-14 15,3 4 9-15,1 1-9 16,3-3 3-16,8-5-17 16,0-1-12-16,0-4-8 15,6-5-8-15,9-5-12 16,3 0-13-16,9-5 3 16,-6-13 8-16,4-1 7 15,-3-3-16-15,1-6-3 16,-4 1 17-16,-1-1-6 15,-3 0-17-15,-3 0 7 16,3 0-25-16,-7 1 25 16,-4 1-21-16,-2 6 18 15,-2 2-11-15,0 5 15 16,0 5 24-16,0 4 3 0,0 2-2 16,0 2 12-16,0 0-13 15,0 0-17-15,-6 8 17 16,4 7 10-16,-8 2 15 15,-1 6 8-15,5 3 7 16,-2 1 31-16,2 0-12 16,-5 2-4-16,3 3 1 15,2 4-3-15,0 3-17 16,-1 2 3-16,7-1-5 16,0-6-29-16,7-6-5 15,7-11-41-15,15-9-41 16,6-8-126-16,4-10-299 0</inkml:trace>
  <inkml:trace contextRef="#ctx0" brushRef="#br0" timeOffset="100879.52">10631 2578 552 0,'0'0'70'16,"0"0"50"-16,0 0-46 16,0 0-35-16,0 0 2 15,0 0-26-15,75 0-15 16,-59 0-20-16,3 4-52 16,-7 0-35-16,1-2-85 15,-7 2-47-15</inkml:trace>
  <inkml:trace contextRef="#ctx0" brushRef="#br0" timeOffset="101086.47">10619 2682 478 0,'0'0'177'15,"0"0"-101"-15,0 0 40 16,0 0-50-16,0 0-22 16,0 0-20-16,62 12-24 15,-42-12-100-15,7 0-211 16</inkml:trace>
  <inkml:trace contextRef="#ctx0" brushRef="#br0" timeOffset="102295.63">11365 2456 300 0,'0'0'163'16,"0"0"-99"-16,0 0 65 15,0 0-96-15,0 0-7 16,0 0 9-16,97-56-10 16,-82 52-4-16,1 0-7 15,-8 4 9-15,-1 0-20 16,-3 0-3-16,-2 4 0 0,2 8 9 15,-4 4 12-15,0-1-5 16,0 3-8-16,-10 3-1 16,-5-2-6-16,-1-4-2 15,-3 4-3-15,-4 0 0 16,-4-1-3-16,-2-2-2 16,3 2 5-16,3-6 1 15,0-2 3-15,9-1 0 16,3-5 0-16,9-1 4 15,-2 1-4-15,4-1-2 16,0 5-7-16,0 0 9 16,4 3 2-16,5-2 6 15,1 5-2-15,4-3 11 0,-1 2 2 16,5-3 11-16,5-4-2 16,0-1-17-16,2-5-4 15,2 0-7-15,1 0-29 16,-3-3-47-16,-2-7-88 15,-9-1-55-15,1-1-277 16</inkml:trace>
  <inkml:trace contextRef="#ctx0" brushRef="#br0" timeOffset="102663.88">11361 2484 210 0,'0'0'194'16,"0"0"-126"-16,0 0 45 15,0 0-80-15,0 0-19 16,0 0 56-16,16 7-11 16,-9 1-9-16,1 0 2 15,4 2-21-15,-1 4 0 16,3 1-4-16,3 2-7 0,-1 2-13 16,3 0-3-16,-5 0-4 15,5-1-1-15,-3 0-38 16,-3-1-58-16,-1-5-76 15,-1-3-151-15</inkml:trace>
  <inkml:trace contextRef="#ctx0" brushRef="#br0" timeOffset="102970.17">11706 2708 449 0,'0'0'14'0,"0"0"52"15,0 0-19-15,0 0-38 16,0 79 8-16,0-57-5 16,-4-1-9-16,4-3-3 15,0-5-4-15,0-5-116 16,0-7-47-16</inkml:trace>
  <inkml:trace contextRef="#ctx0" brushRef="#br0" timeOffset="103728.01">11847 2484 358 0,'0'0'82'15,"0"0"-43"-15,0 0 44 16,0 0-56-16,0 0 6 16,0 0-6-16,37-40-10 15,-25 37 5-15,-1 0-4 16,-1 3 3-16,2 0-7 0,-3 0-9 16,3 0-5-16,-6 3-12 15,0 5-11-15,-6 0 23 16,0 5 6-16,0 0 6 15,0-3-3-15,-12 4 9 16,0-4 2-16,3 1 0 16,-3-4-12-16,-3 1-8 15,9-3 0-15,0 1-1 16,6-6-4-16,0 2-18 16,0-1-16-16,0-1-15 15,0 2 2-15,0 1 28 16,12 0 15-16,3-1 9 0,-1 2 0 15,3 1-5-15,-3 1-4 16,5 3 9-16,-2 1-1 16,1-1 5-16,-7 2-4 15,-3 1 3-15,-2-1 24 16,-6 0-4-16,0-1 0 16,0 1 21-16,-2-2 2 15,-15 3-11-15,3-1 21 16,-3 0-11-16,-5 1-6 15,1-1-3-15,-2-3-10 16,5-3-10-16,1-5-6 16,5 0-10-16,3-5-26 15,9-13-62-15,0 2-71 0,0-3-28 16,0 0-64 0</inkml:trace>
  <inkml:trace contextRef="#ctx0" brushRef="#br0" timeOffset="103998.66">12252 2607 369 0,'0'0'389'0,"0"0"-350"16,0 0 106-16,0 0-124 15,0 0-16-15,0 0-10 16,2 0-4-16,4 0-57 16,4 0-148-16,1 0-380 15</inkml:trace>
  <inkml:trace contextRef="#ctx0" brushRef="#br0" timeOffset="104476.96">12417 2629 573 0,'0'0'59'16,"0"0"38"-16,0 0-72 15,0 0-19-15,0 0 2 16,58-79-4-16,-46 54-4 16,7-1-1-16,-4-4-13 15,3-2-13-15,3 2-39 16,-7 0-58-16,3 3 44 0,-5 7 9 15,-6 5 27-15,1 6 41 16,-7 5 3-16,0 2 40 16,0 2 33-16,0 0-34 15,0 0-20-15,0 9 12 16,-4 3 0-16,-5 4 17 16,-1 3 3-16,-3 4-9 15,1 1 9-15,0 3 15 16,-5 0 2-16,3 5-8 15,-3 1-4-15,-1-1-9 16,5-2-20-16,1 0-18 16,1 0-9-16,5-8-5 15,6-2-31-15,0-9-70 16,0-4-100-16,6-7-119 0</inkml:trace>
  <inkml:trace contextRef="#ctx0" brushRef="#br0" timeOffset="104913.93">12713 2433 397 0,'0'0'155'15,"0"0"-40"-15,0 0 37 16,0 0-118-16,0 0-6 15,0 0 6-15,-17-9-18 0,9 11-15 16,2 10 3-16,-11 7 1 16,5 5 6-16,-5 2 5 15,3 4 8-15,-3 3 9 16,5-4 4-16,10-4-8 16,2-2-13-16,0-7-16 15,8-7-12-15,9-7 8 16,1-2-20-16,5-6 8 15,-4-12 9-15,1-4 4 16,-1-2-4-16,-7-4 7 16,-1 4 8-16,-5-3-4 15,-2 0 5-15,-4-1-5 16,0 3-2-16,0 1-1 0,0 6-1 16,-4 5-3-16,-2 5 2 15,-1 8-6-15,1 0-17 16,-4 0-90-16,2 11-120 15,-3 1-94-15</inkml:trace>
  <inkml:trace contextRef="#ctx0" brushRef="#br0" timeOffset="105266.79">12845 2364 525 0,'0'0'54'15,"0"0"117"-15,0 0-32 16,0 0-80-16,99-2-24 0,-64-4-15 16,-8 3-20-16,2-3-68 15,-6 1-160-15,-11 0-181 16</inkml:trace>
  <inkml:trace contextRef="#ctx0" brushRef="#br0" timeOffset="105790.95">13217 2168 389 0,'0'0'186'0,"0"0"-157"15,0 0 37-15,0 0-52 16,0 0 4-16,0 0 7 16,4 24-8-16,-4-12-5 15,0 0 5-15,0 4-2 16,0-2-5-16,-6 3-2 0,-4 2-5 16,-1-1-3-16,-1 0-4 15,4-2 1-15,-5-2-6 16,3-4-17-16,4-1-1 15,4-1-5-15,-2-2-20 16,4-3-5-16,0 1 4 16,0 0 25-16,0-1-3 15,0-3-1-15,6 0 32 16,10 0 23-16,-1 0 33 16,1 0-4-16,7-8-32 15,-4 2-12-15,-1 0-8 16,1-1-3-16,-5 3-19 0,1 2-150 15,-9-2-8-15</inkml:trace>
  <inkml:trace contextRef="#ctx0" brushRef="#br0" timeOffset="106031.38">13318 2295 385 0,'0'0'73'0,"0"0"110"0,0 0-87 16,0 0-29-16,-28 77 28 16,11-48-33-16,-2 3-19 15,5 4-12-15,-5-2-31 16,7-2-3-16,6-4-261 15</inkml:trace>
  <inkml:trace contextRef="#ctx0" brushRef="#br0" timeOffset="106780.59">13428 2692 319 0,'0'0'4'16,"0"0"79"-16,0 0-26 15,0 0-8-15,0 0 5 16,0 0 8-16,37-78-23 16,-37 68-31-16,2-2-4 15,-2 3-1-15,0 0 0 16,0 2-1-16,0 0 4 16,0 3 2-16,0-4-7 15,0 2-1-15,0-5-6 16,0 6 3-16,0-1-3 0,0 1 6 15,4 1-5-15,3 2 3 16,3 0 2-16,-4 2 0 16,7 0 1-16,-5 0 0 15,4 0 14-15,5 0-15 16,-3 0 9-16,1 0-7 16,-3 0 9-16,-6 2-4 15,3 1 0-15,-9 5-1 16,4 1 15-16,-4-1 15 15,0 3-12-15,0 1 6 16,-11 4-21-16,-1 3-2 16,0 2-2-16,-5 0-2 15,5 3 16-15,-1-3 7 16,7-2-9-16,4-6 5 0,2-2-22 16,0-7-26-16,8-4-24 15,11 0-5-15,4-8-69 16,1-9-94-16,-1-2-161 15</inkml:trace>
  <inkml:trace contextRef="#ctx0" brushRef="#br0" timeOffset="107208.13">13726 2560 561 0,'0'0'43'0,"0"0"131"16,0 0-41-16,0 0-60 15,0 0 1-15,0 0-42 16,-31 0-16-16,20 16-4 16,-1 3 15-16,6 0 2 15,-5 0-6-15,11-5-20 16,0 2-3-16,0-6-11 16,15-3-25-16,-1-5 20 15,9-2-32-15,2 0-9 16,-7-13 2-16,5 0-53 15,-8-2 37-15,-3 2 17 16,-6-1-8-16,0 4 28 16,-6 1 34-16,0 2 10 15,0 3 6-15,-2 2 25 16,-4 2-17-16,0-2 4 0,0 2 15 16,2 0-9-16,2 0-17 15,-3 6 16-15,-1 7 15 16,6-2 3-16,-2 3-3 15,2 2-14-15,0 0-24 16,0 0-10-16,13-3-29 16,1-1-42-16,3-5-145 15,-3-5-111-15</inkml:trace>
  <inkml:trace contextRef="#ctx0" brushRef="#br0" timeOffset="107793.27">14001 2548 589 0,'0'0'21'0,"0"0"167"16,0 0-73-16,0 0-51 15,0 0 12-15,0 0-25 16,-15-11-22-16,3 11-26 15,1 6 4-15,-1 7 7 16,0 4 6-16,-5 2 0 16,5 5-8-16,3-2 3 15,5 3-8-15,4-6-7 0,0-4-7 16,4-6-7-16,15-9-5 16,4 0 8-16,2-5-21 15,-1-11 3-15,3-4 28 16,-4-1 0-16,0-3 1 15,-3-3 0-15,3 1 1 16,-4-3 0-16,-1 1 1 16,1-1 0-16,-3-3 0 15,-1 0-4-15,-3 0-3 16,-1 5-31-16,-5 8-2 16,-2 6 27-16,-4 6 2 15,0 6 6-15,0 1 3 0,0 0-4 16,0 0-16-16,0 0 5 15,-4 12 15-15,-4 1 8 16,-1 4 5-16,3 4-2 16,0-1-4-16,-2 6 15 15,-3 3 6-15,5 1 14 16,0 6-12-16,6-1 5 16,0 3-4-16,0 0 6 15,19-5-9-15,16-2 2 16,12-9-30-16,15-16-8 15,8-9-102-15,1-37-367 16</inkml:trace>
  <inkml:trace contextRef="#ctx0" brushRef="#br0" timeOffset="120507.28">12113 2505 161 0,'0'0'178'0,"0"0"-115"16,0 0 24-16,0 0-20 16,0 0-13-16,0 0 9 0,0 0-10 15,0 0-8-15,-6-7 28 16,6 7-8-16,0 0-43 15,0 0 7-15,-2 0-2 16,2 0 1-16,0 0-22 16,0 0 1-16,0 0-5 15,0-1 2-15,0-3-4 16,0 0-12-16,8-1 12 16,5 1 15-16,-1-3-11 15,1 3-2-15,-3 4-2 16,-4 0 0-16,0 0-2 15,0 0-7-15,-1 0-10 16,1 0-11-16,-4 0 25 16,-2 4 5-16,4 6 1 0,-4-2 1 15,0 3-1-15,0-1 1 16,-6 3-2-16,0-3-2 16,-5-1-3-16,5 1 1 15,0-5-1-15,2 3-1 16,-2-2 5-16,3-3-1 15,-3 1-1-15,2-2 3 16,2-2 2-16,-2 0-1 16,2 0 0-16,2 0 3 15,-4 0 3-15,4 0-1 16,0 0-6-16,0 1-3 16,0-1-2-16,0 1-10 15,0 3-28-15,4 0 26 0,4 0 16 16,2 1-10-16,3-2-8 15,-5 0 0-15,7 2 5 16,-7 1-13-16,-2 0 1 16,0 3-9-16,0-1 18 15,-1 4 13-15,-5-1 4 16,2 2 2-16,-2-1 2 16,4 3 2-16,-4-3 0 15,0 1 11-15,0 0 8 16,0 0-15-16,0-4 53 15,0 0-44-15,0-3-18 16,0-3 24-16,-4 0 2 16,2-1-3-16,-9 2 8 0,5-2 2 15,-6 0-13 1,-1-2-14-16,-3 1-7 0,-5 2-25 16,-4 2-72-16,-2-1-130 15,7-4-386-15</inkml:trace>
  <inkml:trace contextRef="#ctx0" brushRef="#br0" timeOffset="123854.9">9385 2483 248 0,'0'0'197'16,"0"0"-150"-16,0 0 106 16,0 0-34-16,0 0-52 15,0 0 11-15,0 0-8 16,0-5-15-16,0 5-15 15,0 0 8-15,0 0-14 16,0 0-8-16,0-1-8 16,0 1-11-16,0-4-1 15,0 0-4-15,4-3-1 16,2 1 0-16,0-2-1 0,3 1 0 16,-1 4 0-16,-2-2 0 15,6 2-3-15,-3 3 3 16,1 0-10-16,-4 0-6 15,2 0 2-15,3 0 8 16,-9 7 5-16,2 2-2 16,-4 2 3-16,0 1 1 15,0 0 0-15,0-3 0 16,0 2 1-16,-6-3-2 16,0 0 0-16,-1 0 0 15,1-2 0-15,0 2-3 16,0-1 1-16,-5-1 1 0,5-4 2 15,0 1 0-15,4-3-1 16,-4 2 0-16,6-2 2 16,-4 0-2-16,4 0 0 15,0 0 0-15,0 0-1 16,0 0-4-16,0 0-7 16,0 1-20-16,0 1-1 15,10-1 30-15,-2 1-10 16,5 1-1-16,-3 0-8 15,-2 2-2-15,-2 2-2 16,7 2 15-16,-7 0 2 16,0 2 9-16,-2-2 6 15,-2 3-5-15,-2-4 5 0,5 0-4 16,-5 1 8-16,0-2-2 16,0 0 6-16,0-2-4 15,0 0 0-15,0-2 4 16,-7 3-4-16,1 0 5 15,-4 0-12-15,4-1 7 16,-3 3-7-16,-1-2 6 16,-2 0-8-16,3-2 0 15,-3 1-1-15,2-2-35 16,-3-1-106-16,1-2-348 16</inkml:trace>
  <inkml:trace contextRef="#ctx0" brushRef="#br0" timeOffset="126876.99">910 3799 391 0,'0'0'156'0,"0"0"-60"15,0 0 33-15,0 0-59 16,0 0-20-16,0 0 25 16,0 0-15-16,0-3-18 15,0 3 4-15,0 0-13 16,0 0-7-16,0 0-12 0,0 0-10 15,0 0-4-15,0 0-4 16,0 5-4-16,0 4 8 16,0 4 0-16,0 5 10 15,0 0-9-15,0 1-1 16,0 2 0-16,0-1-2 16,0 2 2-16,0-4-2 15,0 0 2-15,0 2 0 16,0-5-1-16,6 0 1 15,0 0 1-15,4-4 0 16,-1 2-1-16,3-5 0 16,0-3 1-16,5-2 2 15,-3-3 1-15,7 0-2 0,0-5-2 16,3-10 1 0,-1-4-3-16,2-1 3 0,-6 1-1 15,-1 1 1-15,-5 0-1 16,-1 0 0-16,-2 1 1 15,-3 3 4-15,-5-1-4 16,4 3-1-16,2 3 0 16,-8 2-10-16,2 4 0 15,-2 1-6-15,0 0-17 16,0 2-11-16,0 0-7 16,0 0-37-16,0 0-86 15,0 9-167-15</inkml:trace>
  <inkml:trace contextRef="#ctx0" brushRef="#br0" timeOffset="127688.7">1060 3856 430 0,'0'0'53'0,"0"0"63"16,0 0-33 0,0 0-55-16,0 0-1 0,0 0 5 15,0 0-17-15,0 1-1 16,0 7 6-16,0 1 7 15,0 4 5-15,0 2-4 16,0 6 9-16,0 2-5 16,-4 3-2-16,2 0-3 15,-2 6-12-15,2 0 4 16,-2 2 3-16,-2 2-7 16,-1 0-5-16,-1 2-2 15,2-1-3-15,-4-4-4 0,3-2-1 16,1-9 0-1,2-4 0-15,4-11-10 0,0-5-32 16,0-2-111-16,0 0-198 16</inkml:trace>
  <inkml:trace contextRef="#ctx0" brushRef="#br0" timeOffset="128495.85">1122 4358 366 0,'0'0'128'0,"0"0"-13"16,0 0 22-16,0 0-72 16,0 0 6-16,0 0-14 15,11-4-2-15,-5-3-11 16,2-5-16-16,3-4-9 16,-3-1-10-16,8-4-8 0,-3 0-1 15,-1-2-2-15,1-2-12 16,-1 5-4-16,-2 1-6 15,-1 5-4-15,-3 3-3 16,-2 4 9-16,-2 5-2 16,-2 2 16-16,0 0 3 15,0 0 1-15,0 0-2 16,0 0 6-16,0 0 1 16,0 1 6-16,0 8 8 15,0 7 13-15,0 3 1 16,-2 2 8-16,-4 0-5 15,0 4-3-15,1-1-2 0,-1 0 1 16,4-1-4-16,2-1-14 16,-4-6-5-16,4-1-3 15,0-1-4-15,0-5-18 16,0-4-38-16,0-3-75 16,0-2-160-16,0 0-151 15</inkml:trace>
  <inkml:trace contextRef="#ctx0" brushRef="#br0" timeOffset="129082.46">1509 4268 432 0,'0'0'174'0,"0"0"-36"16,0 0-16-16,0 0-48 16,0 0-21-16,0 0 6 15,0-10-20-15,-4 10-7 16,2 0-8-16,-2 0 2 16,2 0-11-16,-3 0-14 15,3 0-1-15,-4 0 0 16,2 0-1-16,2 5-1 15,-6 2 2-15,2 2 0 16,-1 0-1-16,-1 2 1 16,4-1 0-16,-2 3 2 15,0-2 3-15,3 3-1 0,-1-3-2 16,2-1 5-16,2-1-3 16,0 1 1-16,0-1-3 15,0 0 1-15,0-1-1 16,9 0-1-16,3-2 8 15,0 1-5-15,9-4-4 16,4-3-3-16,2 0-30 16,8 0-61-16,0-6-172 15,-2-7-299-15</inkml:trace>
  <inkml:trace contextRef="#ctx0" brushRef="#br0" timeOffset="130255.75">2133 4185 280 0,'0'0'161'16,"0"0"-17"-16,0 0 23 0,0 0-67 16,0 0-14-16,0 0-8 15,0 0-22-15,0 0-10 16,0 0-18-16,6 0 0 15,3 0-9-15,7 0-6 16,3-1-9-16,-1-4-4 16,1 2-1-16,4 2-14 15,-5 1-14-15,-3 0-16 16,-3 0-20-16,-1 0-43 16,-9 0-43-16,2 1-20 15,-4 7-40-15</inkml:trace>
  <inkml:trace contextRef="#ctx0" brushRef="#br0" timeOffset="130575.59">2166 4299 468 0,'0'0'111'0,"0"0"41"0,0 0-44 15,0 0-55 1,0 0 25-16,0 0-14 0,17 0-20 16,-5 0-13-16,1 0-6 15,3 0-6-15,-1 0-3 16,1 0-7-16,-1 0-5 15,-3 0-4-15,5 0-1 16,-7 0-9-16,-2 0-60 16,-2 0-193-16,-6 0-145 15</inkml:trace>
  <inkml:trace contextRef="#ctx0" brushRef="#br0" timeOffset="132066.57">3198 3614 426 0,'0'0'202'0,"0"0"-133"15,0 0 64-15,0 0-84 16,0 0-31-16,0 0-3 16,0 12-11-16,0 8 0 15,0 6 7-15,-6 3 11 0,6-1 3 16,0 0 2-16,0-4-17 16,0-6-10-16,16-5 0 15,3-10-6-15,4-3-32 16,3-3-30-16,3-13 35 15,-4-5-20-15,0 0 7 16,-9 1 11-16,-3 5 7 16,-7-2 28-16,-4 6 1 15,-2 3 1-15,0 2 19 16,0 4 2-16,0 1-1 16,-6 1-14-16,-2 0-8 15,1 6-5-15,-3 12 5 16,4 6 7-16,-2 5-7 0,1 6 5 15,3 3-3-15,2 4-1 16,-2 0 4-16,4-2 6 16,0-1 24-16,0-5-29 15,0-6 7-15,-2-3-4 16,-6-11-6-16,6-4-1 16,-4-2 0-16,-1-3 1 15,1-4 5-15,-4-1 6 16,2 0-9-16,-5 0-5 15,1-10-15-15,-1-2-3 16,1-2 18-16,4 1 2 16,1 1 2-16,5-2-4 0,2 0 0 15,0 3 0-15,0 2 4 16,0 1 6-16,0 0-1 16,7 1-6-16,5-1 6 15,7 0-3-15,3-4-2 16,5-1-1-16,6-6-3 15,0-2-14-15,2 4-67 16,-6-2-81-16,-2 6-72 16,-8 1-37-16</inkml:trace>
  <inkml:trace contextRef="#ctx0" brushRef="#br0" timeOffset="132375.26">3562 3886 522 0,'0'0'36'16,"0"0"15"-16,0 0 11 16,0 0-53-16,-19 86 11 15,17-66 6-15,-2 1-4 0,-2-2-9 16,4-2-13-16,2-8-9 16,0-4-160-16,0-5-100 15</inkml:trace>
  <inkml:trace contextRef="#ctx0" brushRef="#br0" timeOffset="132897.81">3549 3866 521 0,'0'0'174'15,"0"0"-133"-15,0 0-5 16,0 0-29-16,0 0 10 16,0 0 7-16,64-43 6 15,-45 41-18-15,-7 2-10 16,-3 0-2-16,-3 0 0 16,0 10 4-16,0 3 2 15,-2 0-2-15,-4 4-1 16,0-4-2-16,0 1-1 15,-6-2-4-15,-4 0 4 16,-3-4 0-16,7-1-3 16,-2-3 3-16,2-1 0 15,2-2 2-15,2-1-2 16,2 0 0-16,0 0-8 0,0 0-39 16,0 0-13-16,12 0 51 15,2 0 8-15,-1 0-2 16,-1 0-9-16,1 0 5 15,-3 0 7-15,2 5 4 16,-5 3 3-16,-3 3 4 16,-4-3 15-16,0 4 6 15,0-1 22-15,-4 3-2 16,-15-2-6-16,2 1-13 16,-1-4-12-16,-3 1-18 15,-2-1-3-15,1-5-59 0,1-4-108 16,-4 0-114-16</inkml:trace>
  <inkml:trace contextRef="#ctx0" brushRef="#br0" timeOffset="133416.37">3074 4200 499 0,'0'0'87'0,"0"0"-51"15,0 0 94-15,0 0-71 16,0 0 19-16,0 0-7 16,87-14-7-16,-69 14-31 15,7 0 3-15,2 0-7 16,-2 0-3-16,2 0-10 16,8 0-5-16,2 0 6 15,4-2-1-15,3-3 9 16,3-1-11-16,1 1 1 0,-5 2-8 15,-1 2-5-15,-5 1-2 16,-4 0 0-16,0 0 0 16,-8 0 1-16,-1 0-1 15,-1 4-2-15,-4 0-7 16,-5-3 1-16,-1-1-6 16,-1 0-6-16,-8 0-11 15,-2 0-13-15,-2 0-6 16,0 0 20-16,0 0-41 15,-14 0-157-15,-11 0-120 16</inkml:trace>
  <inkml:trace contextRef="#ctx0" brushRef="#br0" timeOffset="134069.06">3330 4584 488 0,'0'0'74'0,"0"0"93"16,0 0-62-16,0 0-19 16,0 0 13-16,0 0-36 15,56-28-7-15,-40 8-24 16,1-3-10-16,-5-2-11 15,3-7-7-15,-3-1-1 16,1 0-3-16,-3-4-2 0,-8 2-10 16,2 3-9-1,-4 1-10-15,0 10-12 0,0 7 17 16,0 6 26-16,-6 5 7 16,0 3-5-16,2 0 2 15,-5 0-4-15,3 12-7 16,0 1 1-16,0 4 6 15,2 3 0-15,2 0 0 16,-5 4 3-16,7 2 4 16,-6 1 3-16,6 1 0 15,-4 2 1-15,4 0 10 16,0 0-4-16,0-2-2 16,0-4 3-16,0-1-3 15,0-6-12-15,10 0 3 16,-1-2-4-16,1-8-2 0,2-1-5 15,7-6-32-15,0 0-28 16,-1 0-51-16,1-11-113 16,-3-6-143-16</inkml:trace>
  <inkml:trace contextRef="#ctx0" brushRef="#br0" timeOffset="134586.57">3626 4655 486 0,'0'0'199'16,"0"0"-185"-16,0 0 62 16,0 0-71-16,0 0 4 15,0 0 31-15,20-32-15 0,-7 13-20 16,-1 1-3-1,1-1-2-15,-7 2-10 0,2 5 10 16,-6 3-4-16,2 5 1 16,-4 1 3-16,0 3 10 15,0 0 2-15,0 0 3 16,0 0 4-16,0 5-19 16,0 6 0-16,0 3 9 15,0 4 17-15,-4 1 2 16,-2 4-4-16,0 3 6 15,2 1-6-15,2-1-6 16,2-5-16-16,0-4-2 16,0-6-55-16,2-6-127 15,8-5-90-15,2 0-226 0</inkml:trace>
  <inkml:trace contextRef="#ctx0" brushRef="#br0" timeOffset="134910.41">3886 4591 596 0,'0'0'57'0,"0"0"28"15,0 0 30 1,0 0-82-16,0 0 11 0,0 0 13 15,-20-7-23-15,13 7-21 16,1 4-3-16,-6 6-6 16,3 8 10-16,-3 3 3 15,-4-1 7-15,7 3-2 16,3-3 6-16,2-1-4 16,4-4-13-16,0-3 3 15,6-1-14-15,17-8-12 16,8-2-18-16,12-1-85 15,5-3-196-15</inkml:trace>
  <inkml:trace contextRef="#ctx0" brushRef="#br0" timeOffset="135684.13">4446 4164 248 0,'0'0'226'16,"0"0"-139"-16,0 0 70 15,0 0-91-15,0 0 5 16,0 0 9-16,36-5-38 16,-24 5-7-16,7 0-19 15,3 0-7-15,3 2-3 16,2 1-6-16,-2 1-24 15,-3 1-80-15,-3-2-61 16,-7 2-59-16,-5 2-164 16</inkml:trace>
  <inkml:trace contextRef="#ctx0" brushRef="#br0" timeOffset="135928.1">4444 4290 645 0,'0'0'50'0,"0"0"171"16,0 0-100-16,0 0-61 15,87 0 1-15,-58 0-12 0,-2 6-30 16,-2 3-14-1,2 2-5-15,-3 1-27 0,-3-5-95 16,-4-3-318-16</inkml:trace>
  <inkml:trace contextRef="#ctx0" brushRef="#br0" timeOffset="136702.97">5242 3834 449 0,'0'0'78'0,"0"0"99"15,0 0-73-15,0 0-15 16,0 0-23-16,0 0-16 16,0 0-20-16,-27-16-6 0,23 16-18 15,2 0-6-15,-2 0-9 16,-2 16 2-16,-2 5 5 16,-5 10 2-16,-1 8 1 15,1 0 1-15,1 1 4 16,10-6 4-16,2-6-1 15,0-9-9-15,6-8 0 16,13-7-27-16,5-4-23 16,7-2 1-16,-2-20-9 15,0-3-6-15,-8-4 38 16,-2 0 26-16,-9 0 0 16,-8-2 19-16,-2 0 36 15,0 0-30-15,-8-1 8 0,-3 7-21 16,-1 4-7-1,-3 9-1-15,3 9-4 0,-2 3-9 16,1 0-25-16,5 15-79 16,-2 6-73-16,3 2-77 15</inkml:trace>
  <inkml:trace contextRef="#ctx0" brushRef="#br0" timeOffset="136974.41">5453 4006 506 0,'0'0'67'0,"0"0"-5"16,0 0 5-16,0 0-46 15,0 0-2-15,-23 92 2 16,17-68 1-16,-2 2-13 16,4-10 6-16,4-5-15 15,4-8-87-15,14-3-186 16,7-5-35-16</inkml:trace>
  <inkml:trace contextRef="#ctx0" brushRef="#br0" timeOffset="137422.57">5676 3844 513 0,'0'0'77'16,"0"0"36"-16,0 0 18 15,0 0-99-15,0 0-10 16,0 0-7-16,-31 30-2 16,21-7 2-16,0 7 13 0,1-1 3 15,-1 1 8-15,4-4-2 16,6-7-6-16,0-4-26 16,0-10-5-16,18-1-9 15,5-4-25-15,0-2-1 16,2-14 1-16,-5-4-17 15,1-4 12-15,0 0 17 16,-9 1 7-16,-6 0 15 16,-2-1 7-16,-4-1-4 15,0 3 6-15,-10 2 22 16,-2 3-13-16,-7 4 13 16,1 7-1-16,1 4-17 15,3 2-13-15,1 0-3 0,3 7-20 16,4 7-43-1,6 5-53-15,0-1-82 0,0 1-91 16</inkml:trace>
  <inkml:trace contextRef="#ctx0" brushRef="#br0" timeOffset="137834.97">5945 3832 434 0,'0'0'248'16,"0"0"-207"-16,0 0 125 16,0 0-134-16,0 0-18 15,0 0 10-15,-72 84-9 16,65-53-3-16,1-2 3 15,6-2 0-15,0-7 21 16,6-1-21-16,13-12-15 16,8-5-14-16,-2-2-24 15,0-6-10-15,-1-14-3 16,-1-2-17-16,-4-4 33 16,-7 2 6-16,-4-1 17 15,-3 1 12-15,-5 2 3 16,0 3 9-16,0 3 12 15,-13 4 22-15,-3 5-11 0,-5 7-26 16,0 0-9-16,3 3-15 16,5 10-43-16,5 0-28 15,4-2-165-15</inkml:trace>
  <inkml:trace contextRef="#ctx0" brushRef="#br0" timeOffset="138323.03">6193 3750 736 0,'0'0'8'0,"0"0"56"15,0 0-36-15,0 0-26 16,0 0-2-16,0 0 1 16,-8 42 2-16,8-33-3 15,-4 2 1-15,4 0-1 16,0-3 0-16,0-1-8 16,0-4-15-16,0 2-4 15,6-2 17-15,4-2 4 0,3 1 5 16,-1-2 1-16,0 0 1 15,7 3 2-15,0-3 2 16,-1 1 4-16,-1 2 7 16,-5 1-16-16,-4 4 22 15,-1-1-18-15,-3 3 10 16,-4 4 35-16,0 6 21 16,0-3-40-16,-13-1 22 15,-3 1-15-15,1-4-10 16,-5 0-8-16,-1-5-13 15,2-2-6-15,1-4-11 16,1-2-49-16,5-2-79 16,2-17-80-16,3-5-165 0</inkml:trace>
  <inkml:trace contextRef="#ctx0" brushRef="#br0" timeOffset="138496.34">6203 3728 465 0,'0'0'179'0,"0"0"-89"16,0 0 68-16,85-2-102 15,-52 2-19-15,9 0-16 16,-5 0-21-16,-2 0-15 16,-4 0-120-16,-8 0-213 15</inkml:trace>
  <inkml:trace contextRef="#ctx0" brushRef="#br0" timeOffset="139214.57">5151 4311 250 0,'0'0'119'16,"0"0"-18"-16,0 0 30 15,0 0-47-15,0 0-4 16,0 0 8-16,89-11-4 16,-66 11-7-16,2-3-25 15,2 2 4-15,12-4-2 16,0 1-23-16,5-2-11 16,3 0-11-16,-4 2-5 15,3 1-4-15,-3 0 0 16,-1-2 1-16,1-1 0 15,5 1 0-15,-3 1-1 16,7 0 0-16,-3 2-4 16,-1 0 3-16,4-1-3 15,-5 0-1-15,1 0 3 0,-7 1-1 16,-4-1-1-16,-6 1 3 16,0-4 1-16,-6 1-2 15,-2 0 2-15,-7 2 0 16,-1-1 4-16,-3 3-4 15,1-2 4-15,-1 1 2 16,0-2-6-16,-1 1-11 16,1-1-49-16,1-2-36 15,-1 1-71-15,-2-5-310 16</inkml:trace>
  <inkml:trace contextRef="#ctx0" brushRef="#br0" timeOffset="141344.53">5860 4371 453 0,'0'0'81'16,"0"0"-22"-16,0 0 1 0,0 0-43 15,0 0 0 1,0 0 19-16,48-39-12 0,-36 33-2 16,-1 2-2-16,-3 4 4 15,2 0-24-15,-8 0 8 16,9 0-7-16,-3 0 7 16,2 10-4-16,-2 3-3 15,-1 0 0-15,-3 1 3 16,-4 3 1-16,0-1-3 15,0 0 3-15,-4 0-2 16,-5-2 4-16,-3 1-1 16,0-5 8-16,1-4-13 0,-1 1 6 15,4-3-3 1,3-4 1-16,-1 0-3 0,4 0-2 16,-2 0-1-16,4 0-13 15,0 0-27-15,0 0 4 16,0 0 5-16,0 0 10 15,10-5 1-15,-1 1-6 16,3 4-5-16,0-2 16 16,1 2 4-16,-1 0 9 15,1 0 1-15,1 0-3 16,-8 7 0-16,1 0 5 16,-1-2 1-16,0 1-1 15,-4 0 0-15,2 0 3 0,-2-1-3 16,-2 2-1-16,0 1 1 15,0 0 1-15,0 2 1 16,0 0 10-16,-6-2 1 16,0 3 6-16,-2-3 4 15,-3-3-5-15,3 3 5 16,-7-3 8-16,1 2 13 16,-3-3 2-16,3 2-3 15,-5 1 5-15,-1-1 1 16,5-4-14-16,-3-2-12 15,5 0-14-15,3 0-1 16,2 0-8-16,1 0-7 0,1-4-15 16,2-3-26-1,4-3-50-15,0 2-84 0,0-3-100 16</inkml:trace>
  <inkml:trace contextRef="#ctx0" brushRef="#br0" timeOffset="142195.49">6917 4173 351 0,'0'0'152'0,"0"0"-59"15,0 0 30-15,0 0-81 0,0 0-16 16,0 0 46-16,26 0-4 16,-11 0-11-16,8 0-21 15,-3 0-17-15,3-1-18 16,0-1-1-16,-3 2-7 15,-3 0-47-15,-3 0-36 16,1 0-51-16,-7 3-83 16,-2 5-59-16</inkml:trace>
  <inkml:trace contextRef="#ctx0" brushRef="#br0" timeOffset="142506.63">6958 4286 580 0,'0'0'97'15,"0"0"7"-15,0 0-3 16,0 0-53-16,0 0 25 16,0 0-26-16,35 0-12 0,-20 0-15 15,7-7-11-15,7 3-9 16,-2-2-16-16,8 2-45 16,-4-1-96-16,-2 2-169 15,-6 1-228-15</inkml:trace>
  <inkml:trace contextRef="#ctx0" brushRef="#br0" timeOffset="160154.31">7559 4181 390 0,'0'0'260'16,"0"0"-250"-16,0 0 90 15,0 0-80-15,0 0-14 16,0 0 18-16,0 0 22 15,0 0-5-15,40-56-1 16,-34 46-5-16,0-2-11 16,2 0-6-16,3-5-11 15,1 0 0-15,1-5-7 16,3-1-1-16,-4-3 0 16,1-1-4-16,-5-1-10 0,5-4 5 15,-3 2-12 1,2-1 4-16,1 3-13 0,-1 4-5 15,-6 7-1-15,1 4 9 16,-7 7 17-16,0 6 11 16,0 0 3-16,0 0 20 15,0 0 9-15,0 0-2 16,0 0-28-16,0 9-2 16,0 7-4-16,-3 1 4 15,-3 5 0-15,0 6 3 16,0 4 11-16,-9 5 10 15,7 4 11-15,-8 4 11 16,3-5-7-16,1 0-2 16,-3 2-13-16,3-6-10 0,2-2-7 15,3-3-4-15,1-8-2 16,2-4-1-16,2-8-7 16,2-1-17-16,0-7-27 15,0-3-38-15,0 0-94 16,0-3-102-16,8-12-96 15</inkml:trace>
  <inkml:trace contextRef="#ctx0" brushRef="#br0" timeOffset="160762.68">7946 3860 381 0,'0'0'223'0,"0"0"-152"0,0 0 43 16,0 0-61-16,0 0-33 16,0 0 14-16,-23-1-9 15,17 2-1-15,-2 7 1 16,-3 1 9-16,3 6-8 16,-4 3-6-16,-5 5-9 15,3 8 2-15,-1 0 8 16,1 3 1-16,1 3-6 15,3 0-10-15,2 3 3 16,4-4-8-16,4-3-1 16,0-6-1-16,12-8-9 15,11-6-5-15,6-5-14 16,-2-8 5-16,2 0 5 16,-5 0-3-16,1-10 1 0,-2-5-17 15,-11-2 9 1,1-3 17-16,-7 0 12 0,-6-2 6 15,0 4 1-15,0 0 17 16,-12 1 6-16,-5 6-10 16,3 2-1-16,-9 5-7 15,10 4 11-15,-5 0-23 16,1 2 0-16,3 13-10 16,3 2-18-16,3 0-57 15,8-1-75-15,0 0-141 16</inkml:trace>
  <inkml:trace contextRef="#ctx0" brushRef="#br0" timeOffset="161099.87">8171 4188 427 0,'0'0'84'15,"0"0"27"-15,0 0-34 0,0 0-42 16,0 0 28-16,0 0-5 15,-18 77-16-15,9-52-9 16,-1 0-4-16,-2-1-20 16,6-5-9-16,1-5 0 15,3-6-70-15,2-8-138 16,0 0-175-16</inkml:trace>
  <inkml:trace contextRef="#ctx0" brushRef="#br0" timeOffset="161707.04">8461 3877 519 0,'0'0'58'0,"0"0"87"16,0 0-82 0,0 0-39-16,0 0 19 0,0 0-18 15,-11-4-5 1,9 4 8-16,-4 0-22 0,2 0 0 15,-4 5 0-15,2 5 4 16,-7 4-1-16,1 6 6 16,-5 2-10-16,1 6 2 15,1 3-3-15,-1 3 4 16,3 1 6-16,5-3 0 16,2 0-1-16,2-4-7 15,4-4 2-15,0-6-2 16,6-3-6-16,12-8-14 15,1-4-9-15,6-3-7 16,-2 0 10-16,-5 0-2 0,1-7-11 16,-3-2 4-1,-7-1 1-15,1-1 13 0,-8-2 15 16,-2 2 3-16,0-2 14 16,0 0 7-16,0-1 5 15,-6 3-10-15,-7-4-3 16,5 7-8-16,-4 3 5 15,-1 4 3-15,3 1 6 16,-2 0-22-16,-1 3-33 16,3 7-33-16,8 1-141 15,-2-6-233-15</inkml:trace>
  <inkml:trace contextRef="#ctx0" brushRef="#br0" timeOffset="162359.37">8684 3807 372 0,'0'0'128'15,"0"0"-60"-15,0 0 22 16,0 0-7-16,0 0 15 16,0 0-10-16,58 50-49 0,-42-36-18 15,3-8 0-15,0-1-14 16,-1-5-7-16,1 0-11 15,-3 0-14-15,-3 0-16 16,-3 0-7-16,-8-2 17 16,-2 2 1-16,0 0 30 15,0 0 9-15,0 3 4 16,-8 11-7-16,-7 5-3 16,1 4 3-16,-9 2 14 15,9 4-5-15,-5 1 13 16,3 5 6-16,-3 2 8 15,0-2-3-15,7-1 1 0,0-4-17 16,1-9-16-16,11-5-7 16,-2-5-1-1,2-4-56-15,0-7-61 0,0 0-93 16,0 0-92-16,0 0-47 16</inkml:trace>
  <inkml:trace contextRef="#ctx0" brushRef="#br0" timeOffset="162563.71">8663 4055 678 0,'0'0'118'0,"0"0"28"0,0 0-63 15,0 0-68-15,0 0 41 16,0 0-12-16,46 13-26 15,-15-13-18-15,6 0-39 16,11 0-123-16,1-15-476 16</inkml:trace>
  <inkml:trace contextRef="#ctx0" brushRef="#br0" timeOffset="163148.78">9081 4037 671 0,'0'0'226'0,"0"0"-79"16,0 0-36-16,0 0-111 16,0 0-5-16,0 0-47 15,0 5-50-15,16-5-98 16,-3 0-269-16</inkml:trace>
  <inkml:trace contextRef="#ctx0" brushRef="#br0" timeOffset="163438.09">9298 4082 465 0,'0'0'48'16,"0"0"47"-16,0 0-52 16,0 0-30-16,0 0-2 15,0 0 0-15,68-73-10 16,-49 49-1-16,-3-5-18 15,7-2-17-15,-2-2-26 16,1-4-25-16,-3 2-41 16,-5 2-49-16</inkml:trace>
  <inkml:trace contextRef="#ctx0" brushRef="#br0" timeOffset="163642.37">9527 3733 327 0,'0'0'64'0,"0"0"39"15,0 0-2-15,0 0-34 16,0 0-17-16,0 0-15 15,-35 69-10-15,25-39-2 16,2 1 2-16,-5 3 28 16,1 2-2-16,-1 5-2 15,-5 2-10-15,1-3-13 0,5-2-11 16,2-5-14 0,7-1-1-16,3-8-33 15,0-10-71-15,9-5-82 0,7-9-144 16</inkml:trace>
  <inkml:trace contextRef="#ctx0" brushRef="#br0" timeOffset="164072.04">9612 3940 400 0,'0'0'14'15,"0"0"87"-15,0 0 2 0,0 0-84 16,0 0 24 0,0 0 22-16,0-11-12 0,0 11 19 15,-4 2-4-15,-4 11-43 16,-3 4-17-16,-5 9 8 16,1 1 11-16,5-1 10 15,4-4-13-15,4-2-4 16,2-4-3-16,0-7-17 15,12-1-6-15,7-8-12 16,1 0-10-16,9-1 9 16,2-15-10-16,-2 0-38 15,0 0 12-15,-10-1 4 16,-7-1 18-16,-3 0 23 0,-9 3 10 16,0 1 15-1,0 2 48-15,-13 1 9 0,-5 3-8 16,-1 3-21-16,0 5-23 15,1-1-13-15,1 1-7 16,5 0-37-16,10-1-114 16,-2-4-235-16</inkml:trace>
  <inkml:trace contextRef="#ctx0" brushRef="#br0" timeOffset="164699.97">9846 3696 390 0,'0'0'97'0,"0"0"1"16,0 0 25-16,0 0-67 15,0 0-25-15,0 0-16 16,101 0-15-16,-78 0-53 16,-5-3-127-16,-9-2-235 15</inkml:trace>
  <inkml:trace contextRef="#ctx0" brushRef="#br0" timeOffset="165320.54">10154 3534 239 0,'0'0'86'0,"0"0"-3"16,0 0 11-16,0 0-20 15,0 0-1-15,0 0-8 16,0 7-2-16,0 3-16 16,0 0-15-16,0 4-13 15,-4-2-11-15,4 2-3 16,-7 0-4-16,5 0 0 16,-2 0-1-16,-2-1 0 0,0 0-1 15,0-2-10 1,-1 0-11-16,1-1 6 0,4-6-10 15,-2 2 6-15,2-1-5 16,2-2-25-16,0 0 3 16,0 1 10-16,0-4 3 15,0 2 19-15,2-1 2 16,4-1 13-16,4 1 16 16,5-1 39-16,-3 0-7 15,5 0-8-15,-1 0-20 16,-1 0 7-16,-3 0-19 15,5 0-8-15,-5 0-6 0,-3 0-26 16,1 0-71-16,-6 0-49 16,-4 0-73-16</inkml:trace>
  <inkml:trace contextRef="#ctx0" brushRef="#br0" timeOffset="165609.47">10245 3666 302 0,'0'0'89'0,"0"0"-21"0,0 0 31 16,0 0-39-16,0 0 14 15,0 0-9-15,-11 62-12 16,5-37 15-16,-2 6-4 16,-2 3-12-16,1-3-33 15,-1-2-19-15,2 1-33 16,1-7-159-16,-3-4-317 16</inkml:trace>
  <inkml:trace contextRef="#ctx0" brushRef="#br0" timeOffset="166528.69">10274 4181 410 0,'0'0'56'0,"0"0"67"15,0 0-17-15,0 0-33 0,0 0 10 16,0 0-56-16,37 0 3 16,-31-3-2-16,-4-3 4 15,2-2 2-15,-2-4-15 16,-2 3-11-16,6-6-7 16,-1 1-1-16,-1-2-9 15,-4 0-8-15,2 1-17 16,2-1 3-16,-2 0-15 15,4 3-9-15,0-3 13 16,-1 5 10-16,1-2 4 16,2 3 3-16,2-1-16 15,-1 3-6-15,3 1 30 16,-2 0-10-16,1-1 25 16,-3 5 2-16,2 0 6 15,-1 3 0-15,1-2 20 0,-2 2 12 16,5 0 6-16,-3 0-30 15,2 0 13-15,-1 0-27 16,-5 0 8-16,2 2-1 16,-2 9-3-16,-6-1 1 15,4 0 2-15,-4 3-1 16,0 2 6-16,0-2-12 16,0 0 0-16,0 0 0 15,-10 2 1-15,2 0 0 16,-7 2 1-16,1-2 0 15,4 0 8-15,-3 4-3 16,5-6 12-16,2-2 11 0,-1-3-5 16,7-4 0-16,0 0-16 15,0-3-3-15,0 3-5 16,0-3 9-16,9 2 5 16,7 1-14-16,-1-4-1 15,12 0-27-15,-3 0-66 16,7-2-69-16,-4-9-161 15</inkml:trace>
  <inkml:trace contextRef="#ctx0" brushRef="#br0" timeOffset="167056.16">10747 3987 358 0,'0'0'114'16,"0"0"-3"-16,0 0 35 16,0 0-112-16,0 0 0 15,0 0 15-15,-52 19 1 16,44-3-17-16,-2 0 0 16,-3 4-2-16,5 1 4 15,-2 0-6-15,3 0-7 16,7-3-13-16,0-5-9 15,7-1-4-15,9-4-10 0,3-5-13 16,-1-3 9-16,5 0-45 16,-4-3 10-16,-1-12-5 15,1-1 7-15,-7-3 9 16,1 1 3-16,-3 2-18 16,-4 0 31-16,-4-3 20 15,-2 6-15-15,0 0 21 16,0 3-8-16,0 3 8 15,0 3 0-15,-2 4 33 16,2 0 6-16,-4 0-26 16,4 0-13-16,-6 8 16 15,4 3 27-15,-2 4 9 16,-2 2-1-16,1 0-15 16,5 5 1-16,-2 1-2 15,2-1-2-15,0-2-9 0,0-3-19 16,2-3-5-16,15-9-29 15,2-5-166-15,5 0 1 16,5-9-114-16</inkml:trace>
  <inkml:trace contextRef="#ctx0" brushRef="#br0" timeOffset="167638.9">11028 4025 643 0,'0'0'10'0,"0"0"113"16,0 0-40-16,0 0-51 16,0 0 45-16,0 0-4 15,-31-6-52-15,23 6 5 16,-7 11 9-16,3 5 8 16,0 1-12-16,-1 7-17 15,5-3 5-15,2 3-11 16,2-5 8-16,4-3-4 15,0-4-12-15,4-3-8 16,8-4-8-16,-4-5-9 16,9 0 10-16,-3 0-12 15,3-7 0-15,1-6-1 16,-1-5 2-16,2-5-1 16,-1-5-14-16,5-2-1 0,-4-2 21 15,-1-1 3-15,1 0 18 16,-7-1 1-16,5 2-1 15,-5-1 0 1,-4 0-19-16,-1 3 9 0,-3 5 6 16,-2 7 4-16,-2 4 11 15,0 8 24-15,0 3 0 16,0 2 5-16,0 1 0 16,0 0-16-16,-2 0-8 15,-2 0-9-15,-3 0-1 16,5 4-6-16,-4 12 0 15,-4 6 9-15,-1 3 2 0,3 5-5 16,-2 3 8-16,2 3 3 16,1 1 8-16,1 3-3 15,6 4-5-15,0 2-4 16,0 1-7-16,15-1 7 16,7-7-13-16,9-6-35 15,7-18-46-15,-3-15-171 16</inkml:trace>
  <inkml:trace contextRef="#ctx0" brushRef="#br0" timeOffset="-209120.04">965 5246 299 0,'0'0'202'0,"0"0"-75"16,0 0 10-16,0 0-25 15,0 0-41-15,0 0-5 16,0 0-18-16,0 0-11 16,0 0-4-16,0 0-12 15,0 0-9-15,0 0-5 16,0 0-4-16,-2 3-3 15,-2 6-8-15,2 1 4 0,-2 4-2 16,4 0-1-16,-2 5 2 16,2 1 2-16,-4 6 0 15,4 1 6-15,-2 0-7 16,-2 3 8-16,1-1-6 16,-1 2 2-16,2 0 0 15,-2-1 0-15,2 3 0 16,-2 0 4-16,0 2-4 15,2 3-2-15,-4-3 2 16,1 0 0-16,-1-4 1 16,4-6 3-16,-4-8-4 15,2-4-2-15,4-7 2 16,-2-5-1-16,-2-1-58 16,2 0-42-16,-3-7-116 0,3-16-152 15</inkml:trace>
  <inkml:trace contextRef="#ctx0" brushRef="#br0" timeOffset="-208227.94">957 5285 262 0,'0'0'187'0,"0"0"-64"16,0 0-5-16,0 0-51 15,0 0-7-15,0 0-3 16,0-4-32-16,0 4 0 0,0 0-3 16,0 0-6-16,0 0-16 15,2 0-8-15,2 8 8 16,2 9 17-16,1 4 5 15,-5 7 2-15,2 3-2 16,-2 4 5-16,2 1-9 16,-2-2 9-16,2-1-12 15,5-6-3-15,1-1-7 16,0-6-1-16,3-3-4 16,-1-7 0-16,0-2-1 15,1-6-6-15,1-2-2 16,5 0 6-16,2-10 3 15,-1-9 8-15,5-8-6 0,0-2-2 16,-2-4-8-16,-1 2-9 16,-1 0-6-16,-4 0-1 15,-1-1 1-15,-4-1 3 16,1 1-13-16,-5-3 6 16,-2 0-7-16,1 4-39 15,-1 3-1-15,-2 9-6 16,-2 7 32-16,-2 7 22 15,0 5 26-15,0 0 7 16,0 0 16-16,0 0-23 16,0 5 2-16,0 6 3 15,-2 4 10-15,-4 1 5 16,-1 2 14-16,1 4-2 16,2 1 13-16,-2 4-10 0,4 5 1 15,-4 0-10-15,-1 3-2 16,1 4 17-16,-4-1-1 15,4 3-2-15,-7 4-13 16,9 0 0-16,-4 0-6 16,-2 0-4-16,8 0-10 15,-5-3-2-15,3-7-2 16,2-4 2-16,-2-6-3 16,4-7-6-16,0-5 3 15,0-5-31-15,0-8-74 16,0 0-191-16</inkml:trace>
  <inkml:trace contextRef="#ctx0" brushRef="#br0" timeOffset="-206878.65">1389 5933 283 0,'0'0'126'0,"0"0"-54"16,0 0 35-16,0 0-35 15,0 0-9-15,0 0-14 16,0 3-24-16,0-3-13 16,0 0-5-16,0 0-7 15,0 0 1-15,0 0-1 16,0-2 7-16,6-7 2 16,1-4-6-16,3 0-3 15,-4-6-16-15,2 1-27 0,3-1-7 16,-9 4 20-16,4 1 12 15,-2 7 9-15,-4-1-6 16,0 6 4-16,0-2 8 16,0 2 3-16,0 0 1 15,0-2-1-15,0-3 0 16,2-2-5-16,2 1-19 16,-2-3-10-16,2 1 0 15,-1 3-12-15,-3 4 26 16,0 2 20-16,0 1 6 0,0 0 14 15,0 0 19 1,0 0 6-16,0 0-27 0,0 0-9 16,0 6-5-16,0 2 7 15,0 2 4-15,0 2 13 16,0 6-7-16,-3 0 10 16,-3 6 6-16,2-1 2 15,2 5-2-15,-2-3 7 16,-2 2-12-16,4 2-1 15,-2 0-4-15,1-2 7 16,-1-3-13-16,2 0-16 16,-2-10-3-16,4-4 0 15,0-5-2-15,0-5-6 0,0 0-76 16,0 0-110 0,0-11-44-16,6-9 15 15</inkml:trace>
  <inkml:trace contextRef="#ctx0" brushRef="#br0" timeOffset="-206144.36">1565 5893 137 0,'0'0'345'0,"0"0"-296"16,0 0 64-16,0 0-8 16,0 0-50-16,0 0 7 15,-4-28-34-15,4 18 2 16,4-3-9-16,8-4-9 15,1 0-8-15,5 0-2 16,-1 8-2-16,-5-1-4 16,-4 7 1-16,-1 3-11 15,-1 0-7-15,2 0 6 16,-2 5 15-16,-4 9 15 0,3-1 1 16,-5 3 1-1,0 2-4-15,0 0 6 0,0 0-8 16,0-1-5-16,-7 1-2 15,1-5 1-15,-2 4-5 16,-5-1-2-16,5-2 2 16,-8 3-5-16,3-2-9 15,1-2-11-15,-3 1-1 16,5-2-9-16,-2-1 21 16,1-4-21-16,5-1 31 15,0-1-18-15,0-1 22 16,6-2 4-16,-2-1-1 0,2 1-2 15,0-2 3 1,0 0-4-16,0 0 0 0,0 0-7 16,0 0-3-16,0 0 10 15,2 1 9-15,14-1-4 16,-3 0 13-16,3 0-3 16,-1 0 1-16,3 0-15 15,5 0 4-15,-4 0-5 16,3 0 13-16,-7 0 22 15,-3 0-29-15,-1 0-6 16,-3 0 0-16,2 0-1 16,-4 1-7-16,-4 3-24 15,-2 2-32-15,0-2-7 16,0 5-92-16,-2-1-139 16</inkml:trace>
  <inkml:trace contextRef="#ctx0" brushRef="#br0" timeOffset="-204437.36">1596 5319 498 0,'0'0'61'0,"0"0"24"15,0 0-5-15,0 0-32 16,0 0 8-16,0 0 10 16,35-20-33-16,-27 12-11 15,-2-6-11-15,1 2-5 16,-1-3-2-16,-2 2-3 15,0-1-1-15,-4 2 0 16,0-2-2-16,0 4-6 0,0-1 0 16,0 1-2-16,-8 2 5 15,6-1-4-15,-2 2 8 16,2 3-9-16,2-2-2 16,0 2-3-16,0-1 6 15,0 2-18-15,0 1 10 16,2-3 9-16,8 0 4 15,0 1 2-15,-1-1 2 16,3 1-2-16,-2 2 2 16,-1 1-1-16,1 1 0 15,-2 0 1-15,3 0 1 16,1 0-1-16,-2 0 0 16,-4 7 0-16,1 4 5 0,-1-2-4 15,-4 3 6-15,-2-1-3 16,0 2 0-16,0-2 2 15,0 3-2-15,0-2 6 16,0-1 2-16,-2 0-6 16,-2 1-3-16,-2 1-3 15,-1-2 1-15,5 3-2 16,-2-4 1-16,2 3 0 16,2-4-4-16,0 4-5 15,0-5 7-15,0 5 0 16,8-3 2-16,5-2-1 15,5-1 0-15,7-4-12 0,14-3-71 16,-1 0-301 0</inkml:trace>
  <inkml:trace contextRef="#ctx0" brushRef="#br0" timeOffset="-203683.72">2282 5628 313 0,'0'0'182'0,"0"0"-53"16,0 0 3-16,0 0-49 15,0 0-25-15,0 0-16 16,0 0-15-16,0 0-14 16,0 0-3-16,0 0 8 15,4 0 0-15,5 0-1 16,-3 0-4-16,8 0-4 16,-1 0-4-16,1 0-5 15,3 0 2-15,-3 0-5 16,5 0 3-16,1 0-8 15,-7-2-25-15,-1-1-32 0,1 2-66 16,-7-1-64 0,-6 2-134-16</inkml:trace>
  <inkml:trace contextRef="#ctx0" brushRef="#br0" timeOffset="-203286.17">2292 5738 375 0,'0'0'108'0,"0"0"-19"16,0 0-3-16,0 0-27 15,0 0 3-15,0 0-12 16,19 0 14-16,-9 0-15 16,-1 0-11-16,1 0-12 15,-2 0-5-15,3 0-9 16,-3 0-3-16,2 0 3 0,-2 0-6 15,3 0-5 1,-1 2 0-16,-2-1 1 0,3-1-2 16,-3 2-27-16,2-2-78 15,-3 1-205-15</inkml:trace>
  <inkml:trace contextRef="#ctx0" brushRef="#br0" timeOffset="-200169.17">2923 5334 224 0,'0'0'265'0,"0"0"-157"15,0 0 21-15,0 0-42 16,0 0-34-16,0 0-11 16,0 0-4-16,0 0-3 15,0-22-2-15,0 17-5 16,0 4-5-16,0-1-5 15,0 2 0-15,0 0-7 16,0 0-8-16,0 3-3 16,0 9 0-16,0 10 7 15,-4 6 2-15,2 4 4 16,-9 7-6-16,-1 5 4 16,0-1 7-16,-3 1-11 0,-1-4-2 15,5-6 2 1,5-4-7-16,0-10-2 0,6-7 1 15,0-7 0 1,0-6-29-16,0 0-68 0,0-10-78 16,16-15-44-16,-3-6-383 15</inkml:trace>
  <inkml:trace contextRef="#ctx0" brushRef="#br0" timeOffset="-199613.38">3113 5424 363 0,'0'0'77'16,"0"0"29"-16,0 0 58 15,0 0-69-15,0 0 6 16,0 0-26-16,-31 25-23 16,19-18-9-16,-1-2-10 15,-3 2-19-15,1 1-6 16,-1 3-3-16,-3 1 1 16,5 2-2-16,-5-1-3 15,-2 2-1-15,1 2 4 0,1-6-4 16,7 1 0-16,-1-3 1 15,7-5 0-15,-2-1 0 16,8-1 0-16,-2-1-1 16,2-1 0-16,0 0-5 15,0 0 0-15,0 3-5 16,0-1 5-16,10 1 5 16,5 0 0-16,1 1 0 15,9 1 0-15,-4 2 1 16,5 1 1-16,-5 2-2 15,2 1 0-15,-2 1 1 16,-1 1 1-16,-1 1-1 16,-5 3 0-16,5-5 1 15,-9 1 0-15,-2-4-2 16,-1-2 0-16,1-2-2 0,-6-1-8 16,2-3-76-16,-4-1-127 15,0 0-127-15</inkml:trace>
  <inkml:trace contextRef="#ctx0" brushRef="#br0" timeOffset="-198902.72">3198 5831 374 0,'0'0'67'16,"0"0"21"-16,0 0-8 15,0 0-25-15,0 0 2 16,0 0-13-16,25-17-4 16,-17 4-24-16,0-3-8 15,5-2-8-15,-3-3-5 0,-2 4-27 16,-2 2-4-1,1 2-9-15,-1 4 16 0,-6 5 7 16,0 3 12-16,0 1 10 16,0 0 12-16,0 0-9 15,0 0 5-15,0 6-3 16,0 2 16-16,0 3-3 16,-6 2 6-16,4 0-2 15,-3 6 2-15,3 1-1 16,-2 1 6-16,2 0 11 15,2-1-10-15,-4 2-19 16,4-7-7-16,0-2-3 16,0-2-1-16,0-5-10 0,0-2-86 15,6-4-91-15,5 0-94 16</inkml:trace>
  <inkml:trace contextRef="#ctx0" brushRef="#br0" timeOffset="-198498.33">3349 5778 148 0,'0'0'230'0,"0"0"-153"15,0 0 47 1,0 0-48-16,0 0-21 0,0 0-7 15,12-28-25-15,-2 24 6 16,-1 4-6-16,-3-2-6 16,4 2-5-16,-4 0-3 15,-3 0-5-15,3 0 3 16,-2 4 0-16,0 5 14 16,-2 3 14-16,-2 1-20 15,0 2 16-15,0 2-1 16,-2 3-19-16,-6 1 5 15,-1-2 0-15,3-1 0 16,2-1-2-16,2-7-10 16,-2-3-3-16,4-4-1 0,0 0-2 15,0-3-2-15,4 0-15 16,8 0-33-16,7-11 1 16,4-6-61-16,-3-4-178 15</inkml:trace>
  <inkml:trace contextRef="#ctx0" brushRef="#br0" timeOffset="-197748.87">2904 5172 447 0,'0'0'106'16,"0"0"28"-16,0 0-40 0,0 0-57 15,0 0 7 1,0 0-16-16,-10-3-6 0,10 2 14 15,0-1-10-15,0 2-2 16,10-1 9-16,3 1-14 16,1 0-4-16,3 0-1 15,5 0-6-15,-1 0 1 16,4 0 0-16,4 0 2 16,2 0 5-16,4 1-5 15,0 1-3-15,-2 3 1 16,2-2-1-16,-4 1 1 15,5-1-4-15,-10 0-3 0,3 2-2 16,-4-4 1 0,-6 4 0-16,-1-2 0 0,-7 0-1 15,-5-1 0-15,-2-1-2 16,-2 1-10-16,-2 3-33 16,0 1-78-16,-10 3-197 15</inkml:trace>
  <inkml:trace contextRef="#ctx0" brushRef="#br0" timeOffset="-196388.64">3905 5569 814 0,'0'0'108'15,"0"0"39"-15,0 0-36 16,0 0-93-16,0 0-4 16,0 0-14-16,0 0 0 15,0 0-21-15,0 0-63 16,0 0-226-16,0 0-343 16</inkml:trace>
  <inkml:trace contextRef="#ctx0" brushRef="#br0" timeOffset="-195498.42">4198 5258 542 0,'0'0'97'0,"0"0"26"15,0 0-24-15,0 0-76 16,0 0 2-16,0 0-9 16,4 10-13-16,-4 3 14 15,-4 0 6-15,4 3-7 16,-2 1 9-16,-2 2-9 16,4 2-4-16,-2 3-10 15,2 2 2-15,0 5-2 0,0 0-1 16,0 3 6-16,0-6-7 15,8 0 2-15,-1-1 2 16,3-6 12-16,2-3-7 16,-3-5-8-16,5-5 0 15,-2-1 2-15,3-7-3 16,3 0-1-16,5-10 1 16,0-12 6-16,4-6-5 15,2-6 1-15,-4 2-2 16,-3 1-1-16,-7-1-7 15,1 9-5-15,-7 3 11 16,-3 6 1-16,-6 8 1 16,0 1 3-16,0 3 4 0,0 2-7 15,0 0-1-15,0 0-6 16,0 0-25-16,0 0-53 16,-2 0-117-16,-2 0-72 15</inkml:trace>
  <inkml:trace contextRef="#ctx0" brushRef="#br0" timeOffset="-195069.43">4355 5324 319 0,'0'0'184'15,"0"0"-127"-15,0 0 71 16,0 0-62-16,0 0-24 15,-2 83 9-15,2-59 27 16,-4 2-25-16,4 4-6 0,-2 2 6 16,-4 7-26-16,-2 3 11 15,1 3-6-15,-1 2-9 16,-2 1-9-16,2 1-4 16,-3-7-2-16,3-3-8 15,4-8 0-15,2-9-1 16,2-5-13-16,0-8-47 15,0-6-71-15,0-3-202 16,12-10-255-16</inkml:trace>
  <inkml:trace contextRef="#ctx0" brushRef="#br0" timeOffset="-194012.37">4529 5791 391 0,'0'0'64'0,"0"0"67"15,0 0-38-15,0 0-25 16,0 0 1-16,0 0-5 0,58-64-39 15,-52 49-9-15,7-2-9 16,-3 2-4-16,0-1-3 16,-4 5-1-16,1 0 1 15,-5 8-9-15,-2-2 8 16,4 5 0-16,-4 0 0 16,0 0-1-16,0 0 2 15,0 0-1-15,0 5 2 16,0 12-1-16,-4 0 3 15,-3 9 6-15,1 4-6 16,0 3 7-16,0-4 1 16,0 0-4-16,6-7-7 0,0-5-8 15,0-9-62-15,0-4-66 16,0-4-102-16,2 0-65 16</inkml:trace>
  <inkml:trace contextRef="#ctx0" brushRef="#br0" timeOffset="-193612.96">4684 5709 395 0,'0'0'58'0,"0"0"16"15,0 0 29-15,0 0-76 0,0 0 0 16,0 0 3-16,39-21-3 15,-37 21-7-15,5 0-6 16,-1 0-3-16,0 7-9 16,-2 2 8-16,-2 1 0 15,-2 1 4-15,0 2 3 16,0 1 7-16,0-1-16 16,0 4-5-16,-6-2-3 15,-2 2 0-15,-5 0-12 16,1 4-8-16,-3-3 14 15,7 0 3-15,2-4 3 16,0 2-4-16,6-1 4 16,0-4 4-16,0-6 8 15,0-4-10-15,8-1 3 0,11-1 25 16,8-16 13-16,4-5-29 16,-5-5-14-16,3 0-95 15,-4 2-155-15</inkml:trace>
  <inkml:trace contextRef="#ctx0" brushRef="#br0" timeOffset="-192774.16">4653 5313 383 0,'0'0'111'0,"0"0"-23"16,0 0 61-16,0 0-80 15,0 0-3-15,0 0-5 16,23 2-17-16,-15-10-12 16,4-3-19-16,-1 0-7 15,1-6-6-15,-6 2-4 0,5 2 0 16,-9-2-9-1,-2 4-3-15,0 0 3 0,0 0 10 16,0 5-3-16,0 0 3 16,0 2-7-16,-2 2 1 15,2 0-5-15,0-2 0 16,0 2-5-16,0 2-27 16,0-1 16-16,0-1 23 15,0 0 4-15,8 2 3 16,-2 0 1-16,7 0-1 15,-3 0 0-15,-2 0 2 16,3 0 4-16,-1 0-2 0,-4 5 6 16,2 2 3-1,-1 0 4-15,-1 2-6 0,-2-1 5 16,-4 1 1-16,0 3-7 16,0-1 4-16,0 2 3 15,0 3-3-15,-4 0 9 16,-2 1-3-16,-3 2-5 15,3 1-1-15,2 1 0 16,4-2 0-16,0-1-12 16,0-3-2-16,0-3-6 15,17-3-53-15,3-5-134 16,5-4-379-16</inkml:trace>
  <inkml:trace contextRef="#ctx0" brushRef="#br0" timeOffset="-192106.65">5248 5563 219 0,'0'0'226'0,"0"0"-153"15,0 0 25-15,0 0-11 16,0 0-17-16,0 0-13 0,29 0 5 16,-16 0-19-16,3 0-10 15,3 0-21-15,0-2-10 16,-1 2-2-16,5 0-13 16,-9 0-64-16,3 0-44 15,-5 0-73-15,-6 0-116 16</inkml:trace>
  <inkml:trace contextRef="#ctx0" brushRef="#br0" timeOffset="-191732.45">5217 5696 229 0,'0'0'180'16,"0"0"-106"-16,0 0 39 15,0 0-27-15,0 0-16 16,0 0-11-16,25 5-11 16,-12-2 15-16,1-2-31 0,-2 1 4 15,3 0-20-15,1 1-5 16,-1-1-4-16,4 1-7 16,1 0-3-16,-1 3-45 15,-5-2-163-15,3 3-282 16</inkml:trace>
  <inkml:trace contextRef="#ctx0" brushRef="#br0" timeOffset="-189729.96">5914 5161 280 0,'0'0'157'0,"0"0"-134"0,0 0 55 15,0 0-23 1,0 0-18-16,0 0 7 0,56-41-18 16,-46 39-4-16,-2 2 2 15,3 0-9-15,-5 0-1 16,4 0-12-16,-1 2 1 15,1 9-2-15,-4 0-1 16,0 5 3-16,-6 0 0 16,0 2 4-16,0 1-6 15,-4 1 2-15,-4-1 1 16,-4 2-1-16,-7-1 1 16,4-4-3-16,1-6-1 15,4-1 6-15,3-5-4 0,1-4-2 16,4 0 9-1,2 0 1-15,0 0-1 0,0 0 7 16,0 0-16-16,0 0-14 16,0 0 3-16,0-6 8 15,0-1 3-15,2 3-3 16,9-2 2-16,-3 2 1 16,4 2-10-16,-1 2 3 15,-1 0-2-15,-2 0 0 16,5 0 9-16,-7 8-1 15,4-1-5-15,-4 4 6 16,-4 0 0-16,3-3 0 16,-3 1 1-16,-2-2-1 0,0-2 0 15,0 3 0-15,0-3 6 16,0 4-1-16,0-2 12 16,-7 1 4-16,-1 2 1 15,-2-3 6-15,-3 2 3 16,1 0-2-16,0-2-6 15,-1-1 2-15,-3-1 3 16,3-2-7-16,-1-2 4 16,-3-1-11-16,5 0-5 15,-5 0 9-15,9 0-18 16,2-4 0-16,0-2-7 16,1 0-15-16,5 1-26 15,0-4-57-15,0 1-138 16,5-3-223-16</inkml:trace>
  <inkml:trace contextRef="#ctx0" brushRef="#br0" timeOffset="-188514.09">6284 5161 252 0,'0'0'129'0,"0"0"-44"16,0 0-3-16,0 0-22 16,0 0-20-16,0 0-11 15,0 0-3-15,0 0 3 16,0 7-17-16,0 1-2 16,0 3 8-16,0 3 1 15,0 3 10-15,0 4 12 0,0 1 8 16,-2 3-27-1,-2 1 4-15,0 0-15 0,2-5-9 16,-2 0-1 0,1-4-1-16,-1-3-5 0,2-8-26 15,2-2-35-15,0-4-63 16,0 0-126-16,0-7-92 16</inkml:trace>
  <inkml:trace contextRef="#ctx0" brushRef="#br0" timeOffset="-188086.03">6278 5189 109 0,'0'0'273'16,"0"0"-219"-16,0 0 48 0,0 0-13 15,0 0-27 1,0 0-6-16,41-24-20 0,-26 20 2 16,-3 4-3-16,5 0-15 15,-5 0 2-15,-2 0-8 16,3 0-11-16,-1 0-3 16,1 2-22-16,-7 1-23 15,0 3-14-15,0-4 22 16,-6 2-159-16,0 1 27 15,0-2-112-15</inkml:trace>
  <inkml:trace contextRef="#ctx0" brushRef="#br0" timeOffset="-187787.93">6265 5315 392 0,'0'0'110'0,"0"0"-38"15,0 0 38-15,0 0-30 16,0 0 1-16,0 0 2 16,44 1-25-16,-28-1-19 15,5 0-21-15,-2-4-5 0,1-1-13 16,-7 4 0-16,1 1-17 15,-1 0-30-15,-7 0 9 16,-2 0-91-16,-4 1 22 16,0 8-39-16,0 1 27 15,-4-1-49-15</inkml:trace>
  <inkml:trace contextRef="#ctx0" brushRef="#br0" timeOffset="-187524.23">6247 5469 480 0,'0'0'79'0,"0"0"24"15,0 0-25-15,0 0 6 16,0 0 10-16,0 0-32 15,56-1-26-15,-38-5-10 16,1 1-20-16,4 2-6 16,-1 0-3-16,-3 1-22 15,0 2-87-15,-5-3-93 16,3-1-186-16</inkml:trace>
  <inkml:trace contextRef="#ctx0" brushRef="#br0" timeOffset="-187187.58">6592 5189 417 0,'0'0'183'0,"0"0"-90"16,0 0-24-16,0 0-59 0,0 0 9 15,0 0-1-15,-6 40 9 16,0-19 18-16,2 5-8 16,-3 2 1-16,1 0-3 15,0-1-4-15,-4-1-19 16,8-7-8-16,-3-4-4 15,3-6-18-15,-2-6-70 16,4-3-107-16,0 0-96 16</inkml:trace>
  <inkml:trace contextRef="#ctx0" brushRef="#br0" timeOffset="-186902.61">6464 5163 4 0,'0'0'451'16,"0"0"-377"-16,0 0 92 16,0 0-51-16,0 0-35 15,0 0-14-15,93 6-27 16,-64-6-1-16,2 0-1 15,0 4-20-15,-2-3-17 16,2 2-1-16,-6 1-3 0,-3 1-40 16,-7 1-52-1,-5 5-63-15,-8 4-59 0,-2 1-74 16</inkml:trace>
  <inkml:trace contextRef="#ctx0" brushRef="#br0" timeOffset="-186579.94">6437 5500 180 0,'0'0'336'15,"0"0"-225"-15,0 0 35 16,0 0-80-16,0 0-42 16,0 0 61-16,19 0-14 15,1 0-8-15,-1 0-22 16,8-6-19-16,6 1-4 16,-2 1-13-16,6-2 0 15,0 5-5-15,-6-1-6 16,0 2-19-16,-4 0-44 15,-8 0-105-15,-7 0-110 16</inkml:trace>
  <inkml:trace contextRef="#ctx0" brushRef="#br0" timeOffset="-186002.49">6040 5623 299 0,'0'0'237'0,"0"0"-187"15,0 0 96-15,0 0-67 16,0 0 18-16,0 0-22 15,97 0-25-15,-70-3-12 16,6 1-4-16,-2 1-19 0,0 1-1 16,6-2-8-16,5 1 10 15,1-2 13-15,-1-2-19 16,1 4 8-16,-2-1-12 16,-1 2-3-16,-1 0-3 15,-8 0-3-15,6 0-2 16,-6 0-5-16,-6 2 1 15,4-2 5-15,-6 0-3 16,-3-2 0-16,3-11-4 16,-4 2 7-16,-3 0-18 15,-8 4 7-15,-3 4-41 16,-5 3-33-16,0 0-48 16,-5 2-100-16,-13 10-341 0</inkml:trace>
  <inkml:trace contextRef="#ctx0" brushRef="#br0" timeOffset="-185259.62">6412 5923 263 0,'0'0'318'0,"0"0"-233"16,0 0 20-16,0 0-50 16,0 0-6-16,0 0 11 15,11-2-14-15,-9-3-6 16,4-2-17-16,4-3-5 16,-4-1-12-16,3-1-4 15,1-2-2-15,-4-2 5 0,0-2-5 16,-2 0 0-16,-1-3-2 15,1 1 2-15,-2-3-8 16,-2 1-9-16,0 2-2 16,0 4-18-16,0 5 28 15,0 5-2-15,-2 4 11 16,-2 2 6-16,-3 0-6 16,5 0-1-16,-8 4-1 15,8 3 2-15,-6-2 2 16,6-2 0-16,-5 4 1 15,3-4 8-15,2 0-1 16,-2 4 1-16,2-1 2 0,2 2-7 16,-4 3 1-1,2 2-3-15,2 4 6 0,-4 3 1 16,4 0-3-16,-2 4 10 16,2-5 4-16,0-1-10 15,0 1 1-15,0-3 5 16,0-3 0-16,0 1-8 15,2-2-2-15,4 0 0 16,4 1 6-16,-2-8-13 16,7 1 4-16,-3-1-5 15,7-5-6-15,2 0 0 16,1 0-34-16,1-13-61 16,-2 0-211-16</inkml:trace>
  <inkml:trace contextRef="#ctx0" brushRef="#br0" timeOffset="-184883.22">6968 5606 925 0,'0'0'125'16,"0"0"-3"-16,0 0 7 15,0 0-103-15,0 0-26 16,0 0-5-16,2 3-79 16,-2-3-205-16</inkml:trace>
  <inkml:trace contextRef="#ctx0" brushRef="#br0" timeOffset="-183932.49">7320 5321 311 0,'0'0'207'0,"0"0"-125"15,0 0 28-15,0 0-56 16,0 0-27-16,0 0 15 16,0 6-6-16,0 5-2 15,0-1-18-15,0 3-5 0,0 2 4 16,-4 0 0 0,4 3 0-16,-3 1 1 15,-1-1-3-15,4 2-1 0,-2 1-3 16,2-4-4-16,0-2 2 15,0 2 0-15,2-4 0 16,9-2-2-16,3-5 0 16,5-3-5-16,3-3 5 15,3 0 9-15,0-5-7 16,0-10 0-16,2-7 1 16,-7-1-8-16,3-3-1 15,-4 2-20-15,-5 1-3 16,-8 7-16-16,-1 4-5 15,-5 5-11-15,0 2-5 16,0 5-10-16,0 0-94 0,-5 0-89 16</inkml:trace>
  <inkml:trace contextRef="#ctx0" brushRef="#br0" timeOffset="-183512.51">7479 5309 326 0,'0'0'159'16,"0"0"-79"-16,0 0 65 15,0 0-79-15,0 0-16 16,0 0 20-16,-13 88-18 16,7-68 3-16,0 3-4 15,0 3-8-15,-7-1-7 16,3 5-2-16,2 3-13 15,-5 3-4-15,7 1-3 16,-4 0-11-16,4 0 3 16,2 0-6-16,-3-4-3 0,5-2-12 15,-2-6-29-15,2-8-75 16,2-8-72-16,-10-9-212 16</inkml:trace>
  <inkml:trace contextRef="#ctx0" brushRef="#br0" timeOffset="-182634.46">7644 5712 531 0,'0'0'73'0,"0"0"39"15,0 0-16-15,0 0-77 16,0 0 18-16,0 0 10 16,11-13 4-16,-1 1-26 0,2-4-25 15,1-1-1-15,-7 2-29 16,2 3-17-16,-2 5-12 16,-6 2 17-16,0 5 31 15,0 0 11-15,0 0 21 16,0 11-16-16,0 2-3 15,-6 4 11-15,-2 2 4 16,4 2 10-16,-2 3 4 16,-1-1-1-16,1-3-6 15,6-3-9-15,0-4-15 16,0-3-22-16,0-5-87 16,0-5-176-16</inkml:trace>
  <inkml:trace contextRef="#ctx0" brushRef="#br0" timeOffset="-182267.92">7764 5656 488 0,'0'0'5'16,"0"0"31"-16,0 0 9 15,0 0-26-15,0 0 16 16,0 0-31-16,79-34 5 0,-69 34 14 16,-8 0-2-16,2 0-5 15,-4 6 2-15,0 5 9 16,0 0-20-16,0 2 2 16,0-1 1-16,-12 3 2 15,1 2-1-15,1-2 20 16,-2 1-18-16,6-1 14 15,-3-5-2-15,9 1 1 16,0-5-4-16,0-3-20 16,0-1-2-16,6-2-3 15,7 0 0-15,5-3-26 16,11-18-46-16,-2-7-134 0</inkml:trace>
  <inkml:trace contextRef="#ctx0" brushRef="#br0" timeOffset="-181480.05">7824 5218 532 0,'0'0'135'0,"0"0"-94"16,0 0 62-16,0 0-41 16,0 0-6-16,0 0-15 15,35 0 2-15,-20 0-21 0,-3-4-3 16,0-6-18-16,1-2 3 16,-1-3-4-1,-1 3-14-15,-7-1-6 0,-2 3 1 16,-2 3-5-16,0 0 16 15,0 0 6-15,-2 5 0 16,-2 1 0-16,-1-1 1 16,5 0 0-16,0 1-4 15,0-1-10-15,0 1-1 16,0-1 15-16,9 2-2 16,-3 0 2-16,0 0-5 15,7 0-8-15,-7 0 9 16,2 0 5-16,2 3 5 15,-3 2-1-15,-1 0 0 16,0 3-2-16,-4 0 1 0,2-3-2 16,-2 3 2-1,-2 0 1-15,0 0 0 0,0-1 2 16,0 1-4-16,0 3 6 16,0-2-7-16,0 3 6 15,0-4-2-15,-2 2-5 16,-2-2 0-16,4-3 0 15,0 1 1-15,0-2-2 16,0 0 0-16,0 2 1 16,0 0 0-16,0 5 1 15,-2-3 0-15,2 2-1 16,0 3 0-16,0-4 0 16,0 0-1-16,0-4-4 15,2-2-21-15,10-3-115 0,5 0-183 16</inkml:trace>
  <inkml:trace contextRef="#ctx0" brushRef="#br0" timeOffset="-180877.52">8407 5524 384 0,'0'0'232'0,"0"0"-132"15,0 0 58-15,0 0-69 16,0 0-27-16,0 0-25 0,91-5-13 16,-72 4-7-16,3 1-16 15,-3 0-1-15,-5 0-36 16,7 0-42-16,-9 0-101 16,-5 11-106-16</inkml:trace>
  <inkml:trace contextRef="#ctx0" brushRef="#br0" timeOffset="-180631.78">8411 5624 447 0,'0'0'206'0,"0"0"-133"16,0 0 21-16,0 0-1 16,0 0-39-16,0 0 5 15,52 4-27-15,-29 0-16 16,1-4-16-16,7 0-79 16,-6 0-278-16</inkml:trace>
  <inkml:trace contextRef="#ctx0" brushRef="#br0" timeOffset="-179650.47">9015 5096 482 0,'0'0'122'16,"0"0"26"-16,0 0-14 16,0 0-93-16,0 0-14 15,0 0-9-15,10-6 26 16,2 2-1-16,1 1-16 15,3 2 3-15,-3-2-15 16,1 3-10-16,-1 0-5 16,-1 0 0-16,-2 5-3 15,-3 6 3-15,3 4 1 16,-8 2-1-16,-2 0-7 0,0 2-2 16,0-1-10-1,-6-2 2-15,-7 0 3 0,-3-3-2 16,1 1-21-16,-1-6-4 15,1-2 2-15,5-2-7 16,2-3-1-16,4 1 40 16,4-2 5-16,0 0-10 15,0 0-12-15,0 0-27 16,0 2 11-16,12-1 38 16,0 0 4-16,5 1-1 15,-5-1 0-15,3 1-1 16,-3 1 0-16,-1 0 1 15,-1 3 0-15,-4 3 0 16,-4-1-1-16,2 5 6 16,-4 1-2-16,0 0 0 0,0 1 1 15,0 0 11-15,-10 1 11 16,-2-2 9-16,-5 0 15 16,3-3-6-16,-3 2-15 15,-2-6 4-15,-1 0 7 16,3-3-9-16,1-4-9 15,3 0-6-15,5 0-17 16,-2-4 3-16,4-2-6 16,3 0-9-16,3 2-24 15,0-4-45-15,0 1-111 16,0-3-140-16</inkml:trace>
  <inkml:trace contextRef="#ctx0" brushRef="#br0" timeOffset="-179319.14">9414 5265 961 0,'0'0'70'15,"0"0"85"-15,0 0-90 16,0 0-65-16,0 0-5 15,0 0-53-15,-4 2-161 16,4-2-431-16</inkml:trace>
  <inkml:trace contextRef="#ctx0" brushRef="#br0" timeOffset="-161228.62">9674 5090 201 0,'0'0'193'0,"0"0"-89"16,0 0-8-16,0 0-21 15,0 0-14-15,0 0 9 16,0 0 3-16,0 0-8 16,0-15-9-16,0 14-22 15,0-2-9-15,0 0-12 16,2-3-6-16,2-2-6 15,7 1-1-15,-3-1 2 16,2 0-2-16,3 2 0 16,-1-1-4-16,0 4 4 15,1 0-13-15,1 3 9 16,7 0-10-16,-7 0 7 0,-1 0 3 16,-1 2-2-1,-6 2 4-15,1 3 2 0,-3-1 0 16,-4 4 0-16,0-1 11 15,0 4 9-15,-11 0-1 16,3 3-8-16,-8 0 1 16,1-1-7-16,3-1-4 15,-3-2 1-15,7-2-2 16,-4-3 0-16,5 0 0 16,1-3 0-16,6-1-1 15,-4-2 1-15,4-1-7 16,0 0-7-16,0 0-6 15,0 0-13-15,0 0-5 16,0 0-1-16,0 0-14 16,0 0 20-16,0 0 23 0,10 0 6 15,-3 0-7-15,7 0-3 16,-1-1 0-16,-3 1-4 16,0 0 0-16,3 0 2 15,-7 0 2-15,2 0 12 16,-2 6 2-16,-6 2 0 15,6 1 1-15,-6 1 0 16,0 0 0-16,0 3 1 16,0-3-1-16,0 3 3 15,0-1-1-15,0-1 0 16,-6 0 5-16,0-1 7 0,0-1 8 16,-2-2 1-16,-5 1 3 15,3-3 2-15,-3-2 6 16,1 2-9-16,0-4 20 15,-1 1-14-15,1 1-7 16,-1-3 0-16,1 2-18 16,2-2 2-16,-1 0 2 15,5 0-9-15,0 0-2 16,4 0-1-16,2 0-6 16,-4 0-30-16,4 0-45 15,0 0-26-15,0 0-71 16,0-8-135-16</inkml:trace>
  <inkml:trace contextRef="#ctx0" brushRef="#br0" timeOffset="-160805.81">9961 5298 487 0,'0'0'129'0,"0"0"-7"16,0 0-34-16,0 0-37 16,0 0-9-16,0 0-20 15,0 23-11-15,-2-6 23 16,-2 0 5-16,-2 0-18 15,0 5-6-15,0-1-15 0,-1 0-8 16,1-5-152-16,0-7-337 16</inkml:trace>
  <inkml:trace contextRef="#ctx0" brushRef="#br0" timeOffset="-158048.22">10143 5076 143 0,'0'0'395'16,"0"0"-280"-16,0 0 28 15,0 0-24-15,0 0-56 16,0 0-11-16,-8-9-4 15,8 5-19-15,0 1-2 16,0-1-11-16,0-2-10 16,0-3-4-16,0-2 0 0,2-1-2 15,8 3 0-15,3-2-2 16,-3 6-1-16,3-2 0 16,-5 7 2-16,4 0-13 15,-1 0-5-15,-3 0 14 16,2 12 1-16,-4 2 0 15,-3 3 4-15,-3 4 0 16,0 0 2-16,0 3-2 16,-7-1 0-16,-5-6 0 15,4 0 5-15,-5-1-4 0,1-4 0 16,1-1 0 0,5-7-1-16,-2 1 1 0,4-5-1 15,2 1 3-15,2-1-3 16,0 0 0-16,0 0-5 15,0 0-11-15,0 0-11 16,0 0-22-16,0 0 11 16,6 0 33-16,6 0-1 15,-3-4-18-15,1 4-1 16,2 0-20-16,-5 0 18 16,1 0 5-16,-2 0 14 15,0 6 5-15,-2 2 2 16,-1 0 1-16,-3 1 0 15,0 0 4-15,0-4 3 16,0 4 10-16,0 3 29 0,-3-5-14 16,-3 4-8-16,-4-3 11 15,2-1-6-15,-3 1-3 16,3-3-5-16,-4 2-9 16,1-6 4-16,-1 1 2 15,-1 0 0-15,1-2-10 16,0 0-8-16,1 0 0 15,3 0-10-15,-2-5-5 16,8 1-21-16,-2-4-47 16,4-1-79-16,0-1-240 15</inkml:trace>
  <inkml:trace contextRef="#ctx0" brushRef="#br0" timeOffset="-157426.78">10371 4993 413 0,'0'0'125'16,"0"0"1"-16,0 0 10 16,0 0-75-16,0 0-21 15,0 0 0-15,0-3-19 16,0 3-8-16,0 0-5 15,8 0 10-15,-2 3 6 16,11 2 4-16,-3 2-7 16,3-1 8-16,5-2-10 15,-3-2-10-15,6-2-9 16,-2 0 0-16,1 0 0 16,-5-8-5-16,-4 0-12 0,-3 4-8 15,-6 0-7-15,-2 4-1 16,-4 0 19-16,0 0 14 15,0 0 16-15,0 0-8 16,-10 5-8-16,-2 9 0 16,-1 2 0-16,1 4 1 15,-3 5 0-15,-1 1 2 16,3 6 7-16,-3 2-1 16,1 4-5-16,3-1 9 15,-1-1-1-15,-3-3 0 16,8-4-4-16,-7-6-3 15,9-7-5-15,4-5 0 16,-2-8-11-16,2-3-81 0,2 0-160 16,0-6-111-16</inkml:trace>
  <inkml:trace contextRef="#ctx0" brushRef="#br0" timeOffset="-157198.25">10358 5218 599 0,'0'0'104'0,"0"0"3"15,0 0-8-15,0 0-48 16,0 0 22-16,0 0-19 0,75-14-16 16,-46 7-12-16,-2 2-20 15,6 2-3-15,-6-2-3 16,8 2-34-16,-11 2-74 15,-1 1-186-15,-8 0-320 16</inkml:trace>
  <inkml:trace contextRef="#ctx0" brushRef="#br0" timeOffset="-156578.47">10737 5012 168 0,'0'0'436'16,"0"0"-347"-16,0 0 47 16,0 0-72-16,0 0-60 15,0 0-4-15,0 18 2 16,0-5 0-16,0 0 2 16,0 4-3-16,0 0 1 0,-7-2-1 15,1 1 0-15,0 3 0 16,0-7 0-16,0 2 2 15,-1-6-3-15,3-4 0 16,4-2-3-16,0-2-26 16,0 0-26-16,0 0-11 15,0 0 33-15,4-2 27 16,9-3 6-16,-3-2 2 16,3 2-1-16,-1 2 2 15,0 0-2-15,-3 0 6 16,3 3 4-16,-6 0 16 15,9 0-10-15,-9 0 0 16,0 9 9-16,0 4 5 0,-6 2 11 16,0-1-5-16,0 1-7 15,0 1 14-15,-4 0-12 16,-8 1-9-16,-5 1-3 16,-1-4 3-16,3 0-17 15,-1-6-3-15,1-7-3 16,5-1-37-16,-3-6-116 15,9-19-95-15,-2-2-192 16</inkml:trace>
  <inkml:trace contextRef="#ctx0" brushRef="#br0" timeOffset="-156345.55">10737 5050 381 0,'0'0'132'0,"0"0"24"16,0 0 2-16,0 0-49 15,0 0-41-15,0 0-15 16,76-7-9-16,-55 5-9 16,2-2-16-16,1-3-19 15,1 2-1-15,-2 0-22 16,2 2-89-16,-11 3-237 15</inkml:trace>
  <inkml:trace contextRef="#ctx0" brushRef="#br0" timeOffset="-155902.08">11032 5054 342 0,'0'0'52'16,"0"0"-42"-16,0 0 46 16,0 0-24-16,0 0 12 15,0 0 6-15,0 11-1 16,2-3-2-16,2 5 7 16,-4 0-2-16,0 2 5 15,0 2 11-15,0 1-29 16,0 2 4-16,0 5-8 15,-6-1-20-15,-4 0 11 16,4-1-12-16,-1-6-8 0,1-6-6 16,6-6-9-16,0-5-119 15,0 0-177-15,0-11-163 16</inkml:trace>
  <inkml:trace contextRef="#ctx0" brushRef="#br0" timeOffset="-155428.18">11059 5060 138 0,'0'0'381'16,"0"0"-311"0,0 0 68-16,0 0-60 0,0 0-47 15,0 0 19-15,0-6 0 16,6 6-1-16,5-3-12 16,-1 3-12-16,4 0-11 15,5-3-9-15,0 1-4 16,3-1-1-16,1-1-23 15,-2 3-24-15,-3 1-34 16,-5 0-56-16,3 0 3 16,-9 0-117-16</inkml:trace>
  <inkml:trace contextRef="#ctx0" brushRef="#br0" timeOffset="-155085.97">11057 5226 433 0,'0'0'99'0,"0"0"-25"16,0 0 58-16,0 0-91 0,0 0-9 16,0 0 36-1,12 0-30-15,1 0 3 0,-1 0-5 16,5 0-21-16,3-1-10 16,-1-5-5-16,-2 5-5 15,1-3-35-15,-5 3-65 16,-3 1-28-16,-4 0-77 15,-4 0-31-15</inkml:trace>
  <inkml:trace contextRef="#ctx0" brushRef="#br0" timeOffset="-154484.62">10995 5343 327 0,'0'0'60'16,"0"0"56"-16,0 0 24 0,0 0-39 15,0 0-9-15,0 0 5 16,8 0-38-16,3 0 3 15,-3 0-11-15,4 0-8 16,5 0-11-16,1 0-16 16,-1-2-5-16,4-1-5 15,-5-1-5-15,-1 1 0 16,1 2-1-16,-3 1-11 16,-1 0-24-16,-2 0 10 15,-8 0-129-15,3 2-162 16</inkml:trace>
  <inkml:trace contextRef="#ctx0" brushRef="#br0" timeOffset="-153847.18">11435 5059 260 0,'0'0'109'0,"0"0"-12"16,0 0-12-16,0 0-41 15,0 0-15-15,0 0 7 16,0 0 3-16,0 4 14 15,-2 4-9-15,2 4-3 16,0 1-9-16,0 7 6 16,-4 1-13-16,2 5 6 15,-4 3-9-15,0 1-1 16,-5-1-6-16,5-3 1 16,0-7-6-16,0-5-7 0,6-8-3 15,0-6-70-15,0 0-117 16,0-1-108-16</inkml:trace>
  <inkml:trace contextRef="#ctx0" brushRef="#br0" timeOffset="-153495.31">11326 5031 481 0,'0'0'109'16,"0"0"-10"-16,0 0 6 16,0 0-78-16,0 0 50 15,0 0-2-15,33 0-24 16,-15 0-1-16,1 0-15 15,0 0-18-15,5 0-12 16,1 0-4-16,-2 0-1 16,-2 0-7-16,-3 0-18 15,3 4-13-15,-9 0-18 16,-3 0-30-16,-5 7-37 0,-4-2-11 16,0 6-64-16,0 3-267 15</inkml:trace>
  <inkml:trace contextRef="#ctx0" brushRef="#br0" timeOffset="-153105.1">11235 5406 222 0,'0'0'210'16,"0"0"-115"-16,0 0 65 16,0 0-76-16,0 0-26 15,0 0 13-15,39-6-19 16,-24 3-7-16,1 0-10 15,3 0-6-15,1 1-5 16,3-1 2-16,2 0-16 16,-2-3-2-16,-3 4-3 15,1-1-1-15,-2 3-4 16,-5 0-1-16,-2 0-3 16,-1 0-14-16,-5 0-39 0,0 0-63 15,-4 0-145-15,-2 3-215 16</inkml:trace>
  <inkml:trace contextRef="#ctx0" brushRef="#br0" timeOffset="-152512.02">11714 5301 349 0,'0'0'169'0,"0"0"-127"15,0 0 69-15,0 0-29 16,0 0-42-16,0 0 24 0,-14-7-19 16,10 7-17-16,-2 0-18 15,-1 4-10-15,-1 7-1 16,2 1 1-16,2 1 11 15,-2 1-1-15,3 4 10 16,-1-4 4-16,4 0 1 16,0-2 0-16,0-3-13 15,4-7-12-15,9-2-8 16,1 0 5-16,3 0-1 16,-3-2-12-16,3-10 5 15,-5 0-4-15,1 1 1 16,-7 0 2-16,0 1 12 15,-2-1 3-15,-4 1 2 0,0-1-1 16,0 0 4 0,-4 2-6-16,-8 0 5 0,-7 4-7 15,-4 3-37-15,-4 2-50 16,-1 0-124-16,-8 0-243 16</inkml:trace>
  <inkml:trace contextRef="#ctx0" brushRef="#br0" timeOffset="-146934.65">9040 5579 448 0,'0'0'25'0,"0"0"48"16,0 0 13-16,0 0-31 0,0 0-16 15,0 0-19 1,0 0 3-16,66-6-1 0,-54 6-5 16,9 0-4-16,-7 0-5 15,3 0 2-15,1 0-6 16,-3 0 0-16,1-2-3 16,3-1 3-16,-3-1-3 15,3 0 6-15,-4-1-2 16,1 1-1-16,-1 0 1 15,-1 1 7-15,1 1 5 16,1 1-7-16,-4 1-5 16,7 0-1-16,-4 0 6 15,5 0-6-15,-5 0 0 16,7 0-2-16,-3 0 5 16,4 0-7-16,-5 0 2 0,1 0 4 15,0 0-6-15,1 0 0 16,1 0 2-16,0 0-1 15,-3 0 0-15,5 0 0 16,0 0-1-16,-5 0 6 16,3 0-5-16,-5 0 4 15,3 1 0-15,-4 2-3 16,1-1 2-16,1 0-3 16,-5-2-1-16,0 0 3 15,3 0 1-15,-3 0 0 16,3 0 0-16,-3 0-1 15,1 0-1-15,5 0 2 0,-3 0-1 16,1 0 8-16,3 1-9 16,-3 3-1-16,3 0-1 15,0 1 0-15,-1-4 3 16,1 4 1-16,-3-3-4 16,3 0 1-16,-1 0 1 15,1-2 0-15,0 0 17 16,-1 0-16-16,1 0-2 15,0 0 2-15,3 0-3 16,1 0 8-16,-9 0-5 16,5 0-3-16,-2 0 0 15,3 0 2-15,3 0 4 16,0 0-6-16,2 0 2 0,-1 0-2 16,-1 0 0-1,2 0-1-15,-4-4 1 0,1-1 0 16,1 3 1-16,-2 2 0 15,-3 0 0-15,5 0 4 16,-4 0-5-16,-1 0 0 16,1 0 0-16,4 0 0 15,1 0 0-15,-1 0 3 16,4-3-3-16,-2-3 1 16,4 2-1-16,-4 2 0 15,-3 2 1-15,-3 0-1 16,0 0 0-16,-1 0 0 15,-1 0 0-15,3 0 2 16,-1 0-2-16,4 0 3 0,1 0-3 16,-1 0 1-16,2 0-3 15,-6 0 3-15,-1 0-1 16,-1 0 0-16,-3 0 0 16,5 0 0-16,-7 0 1 15,5 0 1-15,-5 0 1 16,1 0-3-16,3 0 0 15,-1 0 0-15,1 0 3 16,1 1-6-16,-3-1 6 16,3 0-3-16,3 0 1 15,-1 1-1-15,4 0 3 16,1 2 2-16,-1 2-5 16,-2-1 1-16,2 3-1 0,1-3 0 15,-5 2 3 1,4-1-6-16,-5-4 6 0,1 2-2 15,0-3 1-15,-1 2 0 16,1-2-1-16,-1 0 0 16,3 0 14-16,0 0-14 15,-3 0-1-15,1-2 1 16,-2-1 4-16,1 2-5 16,-8 1-1-16,-1 0 1 15,1 0 0-15,-8 0 7 16,4 0-7-16,-6 0 0 15,4 0 0-15,-4 0-5 0,0 0-23 16,0 0-65-16,-10 0-189 16</inkml:trace>
  <inkml:trace contextRef="#ctx0" brushRef="#br0" timeOffset="-143505.9">10637 5735 120 0,'0'0'468'16,"0"0"-414"-16,0 0 62 15,0 0-32-15,0 0-48 16,0 0-3-16,0-17 5 15,0 15-10-15,0 0 10 0,0 2-8 16,0-2-5-16,0 2-8 16,0 0 0-16,0 0-9 15,-6 0-6-15,2 0 1 16,-4 0-3-16,-3 2-4 16,5 8 4-16,-4 1 0 15,-2 0 0-15,3 4 0 16,-3-4 0-16,-1 6-2 15,7 2 4-15,0 1-6 16,-4 0 4-16,4 2-2 16,-1-1 2-16,7 0-1 15,0 4-3-15,0 2 4 16,0 0-2-16,0 1 2 0,11-1 0 16,-3-3 0-16,8-4-4 15,-3-7 4-15,5-5-8 16,1-8-7-16,4 0-4 15,-5-18-15-15,1-3-7 16,0-3 5-16,-7 1-25 16,0 2 22-16,-5 2 29 15,-7 4 6-15,0 5 4 16,0 2 5-16,0 3 11 16,-7 4 26-16,-3 1-19 15,2 0-9-15,-5 0 0 16,3 0 5-16,-2 0-17 0,-3 0 0 15,5 3-1 1,-3 3 3-16,1-4-3 0,0 2 2 16,-1-1-3-16,3 1 0 15,4 2-3-15,-3 3-9 16,5 0-35-16,2 3-48 16,-2-2-137-16</inkml:trace>
  <inkml:trace contextRef="#ctx0" brushRef="#br0" timeOffset="-142776.87">12029 5599 733 0,'0'0'371'15,"0"0"-266"-15,0 0 23 16,0 0-81-16,0 0-25 0,0 0-22 16,4 1-5-16,2 2-40 15,2-3-108-15,-2 0-262 16</inkml:trace>
  <inkml:trace contextRef="#ctx0" brushRef="#br0" timeOffset="-140078.46">12397 5327 344 0,'0'0'132'16,"0"0"-9"-16,0 0-4 0,0 0-42 16,0 0-10-16,0 0-11 15,0 0-15-15,0-36-9 16,0 26-6-16,0 0-15 16,0 3-6-16,6-3-3 15,6 4-2-15,-4-3 0 16,9-1-2-16,-3 4 0 15,1 1 2-15,-1 1 0 16,3 4-5-16,-9 0-6 16,2 0 6-16,-3 0-11 15,-7 4 1-15,6 3 15 16,-6 4 0-16,0-1 0 16,0 3 1-16,0 1-3 0,-6 0 6 15,-5 0-7-15,-1 1 3 16,-3 0-4-16,3 0-10 15,-4 0-7-15,-1-1-7 16,5 0 0-16,-3 0 0 16,3-2 8-16,-1-3 3 15,3 0 7-15,2-2 2 16,-1-1 1-16,7 0-4 16,-2 2-12-16,2-2 4 15,-2 1 12-15,4-1 7 16,0 2 0-16,0-1 0 15,0 1 2-15,0 0 2 0,0-2 11 16,0 2 7-16,6-2-4 16,5-2-1-16,-1-1 13 15,2-1 2-15,3 0 3 16,1-2-18-16,-1 0-8 16,1 0-9-16,3 1 1 15,-3-1-1-15,-3 2-4 16,1-2-17-16,-3 0-89 15,-3 0-32-15,-2 0-135 16</inkml:trace>
  <inkml:trace contextRef="#ctx0" brushRef="#br0" timeOffset="-139648.78">12403 5282 413 0,'0'0'135'16,"0"0"-114"-16,0 0 79 15,0 0-36-15,0 0-9 16,0 0 4-16,18 30 3 16,-9-16-21-16,-3 1 3 15,0-2-17-15,4 0 2 16,1 3-8-16,-3-3-3 15,2 2-7-15,5-1-10 16,-3 1 0-16,1-1-1 16,-1 1-16-16,0 0-33 15,3-2-67-15,-3 0-76 0,-10-7-275 16</inkml:trace>
  <inkml:trace contextRef="#ctx0" brushRef="#br0" timeOffset="-139229.83">12713 5456 491 0,'0'0'53'0,"0"0"48"16,0 0-36-16,0 0-61 16,0 0 12-16,0 0 0 15,-4 33 0-15,4-15 9 16,0 1-6-16,0-1-9 0,0-1-9 16,0-5-1-16,0 1-60 15,0-9-143-15,0-4-270 16</inkml:trace>
  <inkml:trace contextRef="#ctx0" brushRef="#br0" timeOffset="-138518.22">12812 5236 481 0,'0'0'66'0,"0"0"53"15,0 0-17-15,0 0-53 16,0 0-16-16,0 0 6 15,21-18-13-15,-15 14-8 16,6 3-14-16,-3 1 5 16,-3 0-9-16,6 0 2 15,-6 0-1-15,1 9 7 16,-3 3-7-16,-4 2 3 16,0 1-2-16,0-1-2 0,-4 2-7 15,-5-2 6-15,-3-2-13 16,2 1-1-16,-3-4 4 15,5-1-7-15,2-2-5 16,2-3 11-16,-1-3 10 16,5 0-2-16,0 0-1 15,0 0 1-15,0 0-23 16,0 0 16-16,0 0 9 16,5 0 2-16,5 0-2 15,2-3 2-15,1 0 0 0,1 0 0 16,-1 2-1-1,-1 1 1-15,5 0 1 0,-7 0-1 16,-2 4 0-16,2 6 0 16,-3 3 0-1,-5 1 11-15,-2 1 6 0,0 2-1 16,0 0 12-16,0-4 3 16,-2-2-8-16,-9 0 1 15,-1 0 9-15,-5-4-4 16,5 1 4-16,-7-2-16 15,5-2 8-15,-3-3-14 16,-1-1-11-16,-1 0-1 16,7 0-5-16,1 0-34 15,5-8-36-15,4-3-37 16,2 1-46-16,0 0-142 0</inkml:trace>
  <inkml:trace contextRef="#ctx0" brushRef="#br0" timeOffset="-137648.25">13124 5248 583 0,'0'0'53'0,"0"0"102"16,0 0-30-16,0 0-93 16,0 0 1-16,0 0-19 15,-4-17 4-15,10 9-7 0,5 3 4 16,-3-3-8 0,4 2-1-16,-1 2-6 0,1 1 0 15,-4 3 0-15,3 0-1 16,-5 0 1-16,4 4 4 15,-4 8-1-15,-4 0 4 16,3 5-5-16,-5-1-1 16,0 0-1-16,0 1 1 15,-5-2-1-15,-1-2-4 16,-6-1-3-16,1-3-13 16,3-1-13-16,-2-4 21 15,4 0-9-15,4-1 11 0,2-1 10 16,-5-2 0-1,5 0-8-15,0 0-18 0,0 0-31 16,0 0-6 0,0 0 41-16,5 0 20 0,7 0-10 15,-4 0 2-15,3 0 2 16,-1 0-1-16,-2 0 4 16,-2 3 3-16,5 2-9 15,-5 1-6-15,0 2 9 16,-4 0 1-16,-2 2 6 15,4 1-3-15,-4-2 4 16,0 1 3-16,0-1 4 16,0 2 4-16,-4-1 23 15,2 0-2-15,-8 0-4 16,-3 1 2-16,1 2 15 0,4-5-13 16,-7 0-19-1,7-2 2-15,2-3 3 0,-7 0-2 16,3-3-6-16,-2 0-7 15,-1 0 2-15,1 0-5 16,4 0-1-16,-3-1-15 16,7-2-14-16,4 1-21 15,0-2-56-15,0-3-105 16,0-3-322-16</inkml:trace>
  <inkml:trace contextRef="#ctx0" brushRef="#br0" timeOffset="-137085.96">13424 5375 716 0,'0'0'30'16,"0"0"57"-16,0 0-14 15,0 0-73-15,0 0-33 16,0 0-43-16,4 0-99 15,2 0-124-15</inkml:trace>
  <inkml:trace contextRef="#ctx0" brushRef="#br0" timeOffset="-136478.53">13573 5393 422 0,'0'0'231'0,"0"0"-200"15,0 0 118-15,0 0-75 0,0 0-49 16,0 0 20-16,0 1-8 16,2-10-3-16,10-7-10 15,-1-2-18-15,1-6-6 16,0 0-2-16,1-5-10 16,-1 3-19-16,1 0 6 15,-1 1-20-15,-6 9-1 16,0 3 17-16,-2 4 1 15,-1 5 27-15,-3 1-1 16,0 1 2-16,0 1-9 16,0 1 4-16,0 0-4 15,0 0-17-15,0 0 1 0,4 0 11 16,-4 0 9 0,0 0 5-16,0 3 8 0,0 6 6 15,0 2 8-15,0 1 5 16,0 4 6-16,0 3 5 15,-4 4-5-15,-5 6-2 16,-1 4 14-16,-2 1-8 16,1 0-1-16,3-2-1 15,2-5-19-15,2-9-9 16,2-5-7-16,2-7-2 16,0-4-9-16,0-2-32 15,2 0-65-15,10-11-45 16,9-10-103-16</inkml:trace>
  <inkml:trace contextRef="#ctx0" brushRef="#br0" timeOffset="-136020.18">13835 5205 639 0,'0'0'23'0,"0"0"79"16,0 0 34-16,0 0-68 16,0 0-4-16,0 0-17 15,-10-11-28-15,8 12-8 16,-9 12-5-16,5 7 5 16,-2 3 1-16,-4 8-1 0,1 3 13 15,5 2 1-15,0-2 7 16,6-3-10-16,0-3-6 15,0-9-16-15,6-4-1 16,6-6-2-16,7-8 2 16,-2-1-21-16,-3 0-11 15,7-11 8-15,-7-10 7 16,-1-5 1-16,-1-2-3 16,-8-3 7-16,2 0 0 15,-4 2 2-15,-2 1 8 16,0 2 3-16,0 5 5 0,-8 5-3 15,2 3 8 1,-4 5 11-16,-3 3 5 0,7 2-17 16,-2 3-9-16,2 0-5 15,-5 3-55-15,5 8-115 16,0 1-224-16</inkml:trace>
  <inkml:trace contextRef="#ctx0" brushRef="#br0" timeOffset="-135615.65">14023 5012 465 0,'0'0'241'0,"0"0"-197"16,0 0 131-1,0 0-113-15,0 0-41 0,0 0 19 16,0 2-23-16,0-2-11 16,7 0 10-16,3 0 1 15,4 0-8-15,3 0-7 16,1 0-2-16,3 0-11 16,2 0-48-16,0-3-133 15,-5 1-207-15</inkml:trace>
  <inkml:trace contextRef="#ctx0" brushRef="#br0" timeOffset="-134962.65">14344 4800 147 0,'0'0'391'16,"0"0"-382"-16,0 0 99 16,0 0-47-16,0 0-50 15,0 0 17-15,0 21 13 16,0-15-23-16,0 3 1 15,0-2-5-15,-4 4-8 16,2-1-4-16,2 2-2 16,-7 2 0-16,1 0-5 15,-4 2-16-15,4 0 3 16,-5-3 2-16,9 0-12 16,-2-6 23-16,2 1 3 0,2-2-4 15,0-3 4-15,0-1-8 16,0 3 4-16,0-1-3 15,0-3 4-15,0 4 4 16,0-1-1-16,6-2 2 16,0-2 0-16,5 0 3 15,1 0 12-15,1-4-2 16,-5 0-6-16,4 1-7 16,-1-1 0-16,-3 4-3 15,-2-1-29-15,4 1-28 16,-6 0-40-16,3 0-47 15,-5 0-230-15</inkml:trace>
  <inkml:trace contextRef="#ctx0" brushRef="#br0" timeOffset="-134646.98">14412 4924 432 0,'0'0'51'0,"0"0"41"15,0 0 56-15,0 0-82 16,0 0 6-16,0 0 20 15,-12 62-38-15,9-39-2 16,-5-2-6-16,2 3-13 16,4-3-16-16,-4 3-17 15,2-2-13-15,-3-1-90 16,1-2-312-16</inkml:trace>
  <inkml:trace contextRef="#ctx0" brushRef="#br0" timeOffset="-133935.42">14522 5296 292 0,'0'0'267'0,"0"0"-169"15,0 0 50-15,0 0-24 16,0 0-75-16,0 0-1 16,0 0-24-16,4 0-9 15,2 0 0-15,0 0 20 16,6 0-12-16,1 0-8 0,5 2-2 16,-1-2-10-1,4 0 0-15,-3 0-3 0,1 0-10 16,-3 0-26-16,-3 0-21 15,-1 0-34-15,-1 3-71 16,-9 3-41-16,2-1-66 16</inkml:trace>
  <inkml:trace contextRef="#ctx0" brushRef="#br0" timeOffset="-133464.62">14565 5383 337 0,'0'0'182'0,"0"0"-95"15,0 0 67-15,0 0-86 16,0 0 9-16,0 0 14 15,6 8-32-15,0-6-8 16,3 1-5-16,-1-2-14 16,2 0-18-16,3-1 1 15,-1 0-1-15,2 0-2 16,3 0 0-16,0 0 0 16,-3 0-12-16,3 0 2 15,-5 0-4-15,0 0-8 0,-3 0-32 16,1 0-62-1,-8 0-224-15</inkml:trace>
  <inkml:trace contextRef="#ctx0" brushRef="#br0" timeOffset="-115928.86">16297 3282 415 0,'0'0'84'0,"0"0"51"16,0 0-1-16,0 0-65 16,0 0 2-16,0 0-16 15,0 0-14-15,0 0-11 16,0 0-12-16,0 0-10 15,0 0-4-15,0 9-2 0,0 2-1 16,-4 1 1 0,2 2-2-16,2 2 1 0,-4 1-1 15,4 2 0-15,-2 1 0 16,-2-2 1-16,2 1-1 16,2 1 0-16,-5 0-1 15,-1 0 1-15,4-6 0 16,-2 1-2-16,2-7-12 15,2-1-32-15,0-5-24 16,-4 0-41-16,2-2-56 16,2-3-73-16</inkml:trace>
  <inkml:trace contextRef="#ctx0" brushRef="#br0" timeOffset="-115419.13">16291 3265 379 0,'0'0'107'0,"0"0"-46"16,0 0 27-16,0 0-64 15,0 0-23-15,0 0 4 16,0 0 15-16,0 0 13 15,12 0 17-15,-3 0-17 16,3-3-13-16,5-2-3 16,-1 0-10-16,-1 2-1 15,-3-2-4-15,7 1-2 16,-7 2 6-16,5-1-3 0,-5 3-2 16,-2 0 1-1,-1 0-1-15,-3 0-1 0,0 0 0 16,-6 0 0-16,6 0-5 15,-6 0-8-15,4 0-17 16,-4 0-47-16,0 0-55 16,0 0-28-16,0 0-82 15</inkml:trace>
  <inkml:trace contextRef="#ctx0" brushRef="#br0" timeOffset="-114970.06">16305 3393 346 0,'0'0'70'0,"0"0"2"15,0 0 14-15,0 0-44 16,0 0 22-16,0 0 6 16,7 0-25-16,-1 0-16 0,4 0 0 15,-4 0-10-15,7-2-2 16,-1-1 5-16,-1-1-7 15,-3 1-3-15,4 2-3 16,-1 0-4-16,1 1 2 16,-4 0-5-16,3 0-2 15,-5 0-1-15,4 0 0 16,-4 0-8-16,0 0-15 16,1 0-3-16,-5 2-16 15,2 4-33-15,-2-4-17 16,-2 0-95-16,0-2-63 15</inkml:trace>
  <inkml:trace contextRef="#ctx0" brushRef="#br0" timeOffset="-114467.49">16285 3547 134 0,'0'0'287'16,"0"0"-215"-16,0 0 32 16,0 0-28-16,0 0-11 15,0 0-9-15,6 0-23 16,0 0-4-16,0 0 11 16,3-2-7-16,1 0 1 15,-2 1 0-15,3 0-11 16,-1-1-8-16,2 2-3 15,-3 0-3-15,3 0-3 16,5 0 3-16,-5 0-8 0,0 0 0 16,1 0 1-16,-1 0-2 15,5 0 1-15,-9 0-1 16,8 0 0-16,-7-3-3 16,1 1-8-16,-8-1-5 15,6 3-25-15,-8 0-54 16,0 0-77-16,0 0-108 15</inkml:trace>
  <inkml:trace contextRef="#ctx0" brushRef="#br0" timeOffset="-113838.06">16820 3243 374 0,'0'0'67'16,"0"0"6"-16,0 0 2 15,0 0-33-15,0 0 5 16,0 0-24-16,0-10 17 0,0 10 20 16,0 0-30-16,0 0-30 15,0 8 3-15,0 3 8 16,0 2-4-16,0 4 7 15,0 3 8-15,-2 5-2 16,-2 0 3-16,-2-1 4 16,4 0-8-16,-2-3-2 15,-3-2 1-15,3-4-5 16,2-4-3-16,2-4-7 16,-4-3-3-16,4-4-1 15,0 0-11-15,0 0-61 16,0 0-46-16,0-7-30 0,0-6-137 15</inkml:trace>
  <inkml:trace contextRef="#ctx0" brushRef="#br0" timeOffset="-113380.18">16669 3177 239 0,'0'0'293'0,"0"0"-267"16,0 0 38-16,0 0-26 16,0 0 9-16,0 0 22 15,29 10-5-15,-12-9-5 16,-3-1 5-16,9 0-9 16,-2 0-21-16,1 0 0 15,7 0-11-15,-8 0-16 16,4-1 0-16,-5 1-7 15,-1 0 3-15,-7 0-3 0,3 0-1 16,-5 0 1-16,-1 0 0 16,-5 0-7-16,2 0-8 15,-4 0-8-15,-2 6-24 16,0 2-48-16,0-1-46 16,0 1-129-16</inkml:trace>
  <inkml:trace contextRef="#ctx0" brushRef="#br0" timeOffset="-112743.23">16597 3579 95 0,'0'0'419'0,"0"0"-327"16,0 0 21-16,0 0-35 15,0 0-5-15,0 0 3 16,21-7-28-16,-7 4-1 15,5 0-10-15,3 1 0 16,3-1-18-16,4-2 3 16,-4 3-1-16,0-1-13 15,-7 1-3-15,5-2-3 16,-4 1 3-16,-1-2-4 16,-3-1 4-16,1 2 1 0,-3 0 2 15,3-1-1-15,-3 5 13 16,-7 0-9-16,-4 0-9 15,-2 0 0-15,0 0-2 16,0 0 6-16,0 0-4 16,0 0-1-16,0 0 0 15,0 0 0-15,0 0-1 16,0 0-17-16,0 0-32 16,0 6-62-16,0-3-129 15,0-3-134-15</inkml:trace>
  <inkml:trace contextRef="#ctx0" brushRef="#br0" timeOffset="-112075.93">17122 3549 482 0,'0'0'37'16,"0"0"85"-16,0 0-22 16,0 0-60-16,0 0 6 15,0 0-17-15,-35-12 12 16,33 12-8-16,-4 0-10 0,1 4-13 15,1 4 0-15,2 2-3 16,-4 4-1-16,2 0-6 16,2-1 8-16,2 1 0 15,0-2-7-15,0 0 2 16,0-1-3-16,0-1-3 16,12-3-3-16,-1 2 4 15,3-7-3-15,3-2-18 16,-5 0 6-16,2 0-16 15,-1 0 32-15,-3-11-9 16,1-4 7-16,-3-4-2 16,-2 2 1-16,-2-2 4 15,-4-1 4-15,0 5-3 0,0 3 5 16,-6 2-1 0,-4 5 24-16,-3 5-8 0,1 0 8 15,-5 0-29-15,-1 8-11 16,3 5-29-16,-3 2-77 15,7-6-125-15,5-1-124 16</inkml:trace>
  <inkml:trace contextRef="#ctx0" brushRef="#br0" timeOffset="-111347.74">17409 3376 429 0,'0'0'78'0,"0"0"15"16,0 0-5-16,0 0-42 15,0 0-2-15,0 0 5 16,-2 0 5-16,8 0-8 15,1 0-4-15,1 0-19 16,2 0-10-16,7 0-2 16,-5 0-10-16,3 0 0 15,1 0-1-15,-1 0-15 0,1 0-14 16,-3 0-24 0,-3 0-23-16,-4 0 4 0,-4 0-50 15,2 0-20-15,-4 0 5 16,0 5-63-16</inkml:trace>
  <inkml:trace contextRef="#ctx0" brushRef="#br0" timeOffset="-110928.64">17415 3477 228 0,'0'0'234'0,"0"0"-131"15,0 0 53-15,0 0-60 16,0 0-51-16,0 0 8 15,-2 0-17-15,2 0-16 16,0 2 2-16,0 1 16 16,9 0-7-16,1 0-7 15,0-2-7-15,-1-1-1 16,3 0 15-16,5 0-5 0,-5 0-18 16,2-6 2-16,5 0-4 15,-4 2-6-15,-3 1 2 16,-4 1-2-16,-2 2-4 15,1 0-16-15,-3 0-27 16,-4 3-54-16,0 11-154 16,-4 3-447-16</inkml:trace>
  <inkml:trace contextRef="#ctx0" brushRef="#br0" timeOffset="-108307.66">17947 3114 635 0,'0'0'83'15,"0"0"16"-15,0 0-16 0,0 0-57 16,0 0-2 0,0 0-16-16,0 0 1 0,12 25 21 15,-12-6 0-15,0 3-22 16,0 3 2-16,0 3-3 16,0 1-3-16,-10 0-2 15,-3-3-2-15,5 0 1 16,-4-5-1-16,1-5 0 15,5-4-5-15,2-4-11 16,2-4-6-16,2-4-3 16,0 0 2-16,0 0 11 15,0 0 7-15,0 0-4 16,0 0-2-16,6 0 11 16,11 0 15-16,1 0 24 15,3-3-6-15,2-3-11 0,2 2-16 16,-3-3-5-16,3 3-2 15,-4 0-14-15,-1 4-85 16,-5 0-105-16,-9 0-124 16</inkml:trace>
  <inkml:trace contextRef="#ctx0" brushRef="#br0" timeOffset="-108047.53">18069 3307 480 0,'0'0'127'0,"0"0"-34"16,0 0 37-16,0 0-44 15,0 0-11-15,-17 72-8 16,5-45-18-16,-1 3-18 15,5 0-17-15,-4 0-14 16,1-3-5-16,7-5-54 16,4-9-82-16,0-7-181 15</inkml:trace>
  <inkml:trace contextRef="#ctx0" brushRef="#br0" timeOffset="-107470.14">18263 3253 295 0,'0'0'196'0,"0"0"-99"16,0 0 38-16,0 0-53 16,0 0-43-16,0 0 3 0,-4-49-6 15,14 38-5-15,1 2 0 16,-3 4-20-16,4-1 7 16,-1 4-7-16,-3 0-4 15,2 2-7-15,-4 0 0 16,1 0-6-16,-5 4-4 15,-2 10 10-15,0 3 7 16,0 4 4-16,0 0-9 16,-9 5 4-16,-3 1-3 15,-5 2 0-15,3-2 3 16,2-2-6-16,-5-1-1 16,7-7-3-16,1-4 2 15,3-2-5-15,2-4 1 0,2-4 6 16,2 2-1-16,0-4 0 15,0 2 1-15,0 1-5 16,0-1 5-16,6 3 7 16,0-2 10-16,3 0 9 15,1 0-8-15,7-2 16 16,-3-2-26-16,3 0 4 16,1 0-8-16,-3 0-4 15,3 0-24-15,-1 0-28 16,-1 0-83-16,-7 0-252 0</inkml:trace>
  <inkml:trace contextRef="#ctx0" brushRef="#br0" timeOffset="-106862.29">18701 3177 513 0,'0'0'104'0,"0"0"37"16,0 0-36-16,0 0-48 15,0 0-7-15,0 0-11 16,-25-15 2-16,23 15-7 16,-4 0-21-16,0 11-10 15,-6 8 6-15,-3 3-5 16,3 7-3-16,-3 2 0 15,3 2-1-15,-1 3 7 0,3-3 0 16,8-5 2 0,2-8-3-16,0-4-6 0,6-4-7 15,9-3 2-15,1-4-9 16,5-5-7-16,2 0 5 16,-5 0-4-16,-1 0-28 15,-5-3 15-15,-6-8 2 16,-4 4 2-16,-2-5 29 15,0 0 2-15,0-2 7 16,0 4 3-16,-8 0 17 16,-2 2 5-16,-5 5-5 15,3 3 4-15,-5 0-29 16,-1 0-4-16,1 15-16 0,9-2-39 16,2-4-50-1,2-1-65-15,4-8-134 0</inkml:trace>
  <inkml:trace contextRef="#ctx0" brushRef="#br0" timeOffset="-106330.04">19013 3184 273 0,'0'0'400'0,"0"0"-364"16,0 0 115-16,0 0-76 16,0 0-42-16,0 0 19 15,-16 0 1-15,10 0-27 16,-1 3 0-16,1 8-9 15,-6 3-11-15,1 4 1 16,-1 6-4-16,-2 7-1 16,-3-2 5-16,11 4 10 15,0-4 1-15,6-1-10 16,0-8-6-16,0-7-2 16,12-1-7-16,5-4 2 15,1-8-7-15,-3 0-11 16,1 0-8-16,-1-8-5 0,1-5 14 15,-5-2 0-15,-9-2 21 16,2 5 1-16,-4 0 1 16,0 4 4-16,0 0 19 15,-11 3-2-15,-1 1 4 16,-5 4-9-16,-1 0-5 16,-1 1-2-16,1 10-8 15,5-2-2-15,3-5-5 16,10 3-28-16,0-3-54 15,0-3-138-15,16-1-125 16</inkml:trace>
  <inkml:trace contextRef="#ctx0" brushRef="#br0" timeOffset="-105782.77">19247 3132 370 0,'0'0'130'0,"0"0"-31"16,0 0 54-16,0 0-105 15,0 0-11-15,0 0 36 16,10 12-29-16,3-6-9 16,-5-2-14-16,6 1 7 15,1-2-11-15,4 0-13 16,-3-3-4-16,3 0-9 16,-5 0-16-16,3 0-27 15,-7 0 41-15,-8 0-59 16,2 0 50-16,-4 0 2 15,0 0 18-15,0 0 38 16,0 6-1-16,-10 2-14 0,2 5-12 16,-9 3-1-16,5 5 4 15,-1 4 12-15,-3 7-2 16,1 2 7-16,-1 5 7 16,-1 2 8-16,5-4-3 15,-1 0-13-15,5-9-16 16,2-3-12-16,2-7-2 15,2-9-4-15,2-7-12 16,0-2-28-16,0 0-40 16,0-14-29-16,0-7-36 15,0-3-131-15,0 0-152 16</inkml:trace>
  <inkml:trace contextRef="#ctx0" brushRef="#br0" timeOffset="-105601.84">19175 3384 677 0,'0'0'118'16,"0"0"-7"-16,0 0 17 15,0 0-76-15,0 0-3 16,0 0 22-16,76 0-41 16,-43-5-1-16,9-1-29 15,-5-2-21-15,4 2-57 16,-6-1-288-16</inkml:trace>
  <inkml:trace contextRef="#ctx0" brushRef="#br0" timeOffset="-63099.82">15138 5105 375 0,'0'0'131'0,"0"0"-44"16,0 0 65-16,0 0-44 16,0 0-16-16,0 0 2 15,0-3-19-15,0 3-15 16,0 0-18-16,0 0-19 15,0 0-14-15,0 0-6 0,0 5-3 16,0 4 0 0,0 4 0-16,-5 2 4 0,-1 4-3 15,0 1 2-15,2-2-3 16,-2 2-1-16,-3-1 1 16,3-1-1-16,2-3-1 15,2-2-3-15,-4-5 1 16,6-4 1-16,0-3-2 15,0 1-7-15,0-2-1 16,0 0 5-16,0 0 1 16,0 0-2-16,0 0-3 15,0 0-3-15,2-2 13 16,8-4-2-16,-2-2 2 16,5 0-3-16,-3-1-6 0,7 2-4 15,-5 0 4-15,3 3 3 16,-3 3-5-16,-2 1-2 15,-3 0-13-15,1 0-5 16,-2 0 23-16,0 0 10 16,2 1 0-16,-1 7 3 15,-5 1-2-15,4 1 4 16,-2 2-3-16,2 0-2 16,-6 0 5-16,2 1 4 15,-2 1-5-15,0-3 2 16,0 2 15-16,0-2-8 15,0-1-1-15,0 1 7 16,-2-3 2-16,-4 2 0 0,-4-3 5 16,-3 0-9-16,-3-1-5 15,1 0 0-15,-1-6-6 16,1 0-2-16,-3 0-4 16,7 0-9-16,1-6-40 15,4-13-37-15,4-5-86 16,2-6-167-16</inkml:trace>
  <inkml:trace contextRef="#ctx0" brushRef="#br0" timeOffset="-62716.43">15214 5088 343 0,'0'0'288'0,"0"0"-209"16,0 0 72-16,0 0-63 16,0 0-36-16,0 0-2 15,0-4-34-15,0 4-9 16,0 2-5-16,0 0 11 15,0 2 4-15,10-1-5 0,-3-3 7 16,3 0-3-16,4 0-1 16,3 0-6-16,-3 0 6 15,9 0-9-15,2 0 2 16,4 0-8-16,-4-3-4 16,4 1-3-16,-5-2-13 15,-3 2-28-15,-4 2-51 16,-9 0-157-16,-8 8-115 15</inkml:trace>
  <inkml:trace contextRef="#ctx0" brushRef="#br0" timeOffset="-61795.54">15617 5084 434 0,'0'0'85'0,"0"0"-9"16,0 0 50-16,0 0-84 15,0 0-22-15,0 0-8 16,-41 8-10-16,30 4 9 0,9 3 40 16,-8 4-9-1,4 2-2-15,0 0 0 0,4-1 9 16,2-2-18-16,0-5-10 15,0-2-14-15,0-7-7 16,8-2-2-16,8-2-9 16,-1 0-20-16,5-8 8 15,-1-9-8-15,-4 0 4 16,1 0-10-16,-3-3-8 16,-5 3-2-16,-2 2 8 15,-2 1 4-15,-4 7 29 16,0 1 6-16,0 3 10 15,0 3 30-15,0 0 8 0,0 0 6 16,-4 0-39 0,2 6 0-16,-2 1 2 0,4 6 1 15,0 3-7-15,0 1-1 16,0 4-6-16,0 2-3 16,0 3 2-16,0 3-3 15,0 1 0-15,4 2 0 16,-2 2 2-16,-2-4-2 15,4-4 0-15,-4-1 2 16,0-5-2-16,0-6 4 16,0-2 0-16,0-6 4 15,0 0 12-15,0-1 10 16,-12-4 11-16,-1-1 9 16,-5 0-23-16,-1 0-10 0,-4 0-4 15,1-6-3-15,7 0-4 16,3 3 0-16,1 1-1 15,9 0-5-15,2 0-9 16,0 1-34-16,0-2-73 16,9-2-148-16,3-1-87 15</inkml:trace>
  <inkml:trace contextRef="#ctx0" brushRef="#br0" timeOffset="-61494.42">15818 5407 230 0,'0'0'376'0,"0"0"-344"16,0 0 78-16,0 0-57 16,0 0-28-16,0 0 18 15,-5 78-23-15,3-53-10 16,-2-1 22-16,2-3-25 0,2-7-7 16,0-5-120-16,0-9-143 15</inkml:trace>
  <inkml:trace contextRef="#ctx0" brushRef="#br0" timeOffset="-60182.73">16018 5133 611 0,'0'0'19'0,"0"0"80"15,0 0-33-15,0 0-65 16,0 0 12-16,0 0 30 16,0-5 2-16,0 5 14 15,0 0-11-15,0 0-21 16,0 0-7-16,0 0-14 16,0 0-3-16,0 0 1 0,0 0-4 15,0 0-3-15,0 0 2 16,0 0 1-16,0 0-2 15,0 0 2-15,0-1 2 16,0 1 4-16,0-3 2 16,0 3 4-16,0 0 8 15,0 0 1-15,0-1-4 16,0-3-16-16,0-1-1 16,0-1-5-16,0 0 4 15,0-1-4-15,6 2 3 16,1-1 0-16,5 0-13 15,-6 2 2-15,4-1 7 16,-3 1 3-16,-1-2-3 0,0 1 4 16,0 2-2-16,-4 2-6 15,2-1-6-15,-1 2 7 16,1 0 2-16,-4 0 3 16,0 0 4-16,0 0 17 15,0 0 1-15,0 0 10 16,0 0 0-16,0 0-18 15,-7 0-4-15,1 0-6 16,-6 0-2-16,2 2 0 16,-1 8-1-16,3-1-3 15,-4 4-5-15,5-2-1 16,-3 1 6-16,4-1 3 0,4-3 2 16,-4 3 0-16,6-2-1 15,-5 2-1-15,5 0 2 16,0 0 1-16,0 1-2 15,0-4 1-15,0 3 2 16,0-1-1-16,7-6 1 16,3 0-1-16,-2-4 0 15,5 0-1-15,3 0-5 16,1-5-7-16,-5-8 9 16,0-3-19-16,1 0-14 15,-1-2 4-15,-3 1-8 16,-9-1 4-16,4 6 26 15,-4 2 11-15,0 4 2 16,0 3 24-16,0 3-5 16,-4-2 9-16,4 2-14 0,-3 0 1 15,3 0-3-15,0 0-9 16,-4 0-5-16,4 0-3 16,-2 2 3-16,2 7 5 15,0 1-2-15,0 2 1 16,-4 3 0-16,4-1-3 15,-2 2 0-15,2 3 0 16,0 0-1-16,0 3-1 16,0 0 1-16,0 2 0 15,0-2 0-15,6 1 0 0,0-1 6 16,-3 3-2 0,3-5-2-16,0-2-2 0,-2-3 0 15,-2 0-1-15,2-4-1 16,-4-2 0-16,0-2-4 15,0-2 4-15,0-2 0 16,0 1 1-16,-4-1 1 16,-8 0 3-16,3-1 0 15,-7 1 1-15,1-2 8 16,5 1 2-16,-4-2-2 16,3 0-6-16,-1 0 13 15,6 0-1-15,0 0-10 16,-1 0 3-16,1 0-11 15,6-3-12-15,0-7-35 16,0-2-53-16,0-5-94 16,0-3-206-16</inkml:trace>
  <inkml:trace contextRef="#ctx0" brushRef="#br0" timeOffset="-59567.84">16285 5156 440 0,'0'0'171'16,"0"0"-166"-16,0 0 100 16,0 0-71-16,0 0-12 15,0 0 1-15,0 0-9 16,31-51 14-16,-23 50-18 16,7 1-10-16,-3 0 0 15,2 0 9-15,-1 1 2 16,-1 8 10-16,1 0-18 15,-3 5-1-15,-4 1 1 0,-4 1 1 16,2 2 4-16,-4 0 45 16,0-1-46-16,-4 1-1 15,-10-3 8-15,1 2-5 16,-5 3-8-16,-1-1-2 16,-4 2-4-16,1 2-5 15,-3-2-2-15,6-2 1 16,5 1-4-16,-1-9 2 15,7 2 9-15,4-8 1 16,4 1-1-16,0-1-6 16,0 0 7-16,0-2 3 15,10 1 10-15,-4-2 17 16,11 0-1-16,-3-1 16 16,3 2-6-16,4 1-2 0,1-3-16 15,3-1-18-15,-2 0-5 16,-2 0-42-16,-3 0 0 15,3 0-116-15,-9-8-127 16,-6 1 29-16</inkml:trace>
  <inkml:trace contextRef="#ctx0" brushRef="#br0" timeOffset="-59280.99">16310 5187 551 0,'0'0'102'16,"0"0"-14"-16,0 0 76 15,0 0-97-15,0 0-4 16,0 0-12-16,47 63-14 15,-34-37-4-15,-5-1 4 16,8 1-22-16,-3 2-6 16,5-3-9-16,5 1-18 0,2-4-72 15,0-5-182 1</inkml:trace>
  <inkml:trace contextRef="#ctx0" brushRef="#br0" timeOffset="-16122.11">16909 5023 704 0,'0'0'46'0,"0"0"100"16,0 0 22-16,0 0-103 15,0 0-1-15,0 0-5 0,0 0-25 16,0-11 0-16,0 11-15 16,0 0-19-1,0 5-6-15,-4 13 3 0,-4 9 3 16,-3 10 4-16,1 5-4 15,-4 4 0-15,-3 4 1 16,2-2-2-16,-3-6 1 16,5-7-8-16,3-9-6 15,6-13-17-15,4-3-50 16,0-10-44-16,6 0-138 16,11-15 5-16,1-11-118 15</inkml:trace>
  <inkml:trace contextRef="#ctx0" brushRef="#br0" timeOffset="-15752.34">17056 5187 489 0,'0'0'140'16,"0"0"17"-16,0 0 20 16,0 0-98-16,0 0-21 15,0 0-25-15,2 0-14 16,-2 0 6-16,-15 5-14 15,-3 6-7-15,-5 4-4 16,-2-1 1-16,0 3 2 16,-3-1-3-16,3-4 0 15,2-2-3-15,9-2-2 0,1-4-1 16,3-2 5-16,8 0 0 16,2-2-5-16,0 0-8 15,0 0-8-15,0 0 2 16,0 0 16-16,8 0 4 15,9 3 3-15,3 0-1 16,1 1 5-16,-3 2 0 16,7 2-6-16,-6 5-2 15,-1-1-13-15,-1 2-34 16,-3-3-40-16,-1 1-86 16,-1-5-70-16,-1-6-257 15</inkml:trace>
  <inkml:trace contextRef="#ctx0" brushRef="#br0" timeOffset="-15467.48">17300 5131 650 0,'0'0'91'0,"0"0"4"16,0 0-13-16,0 0-80 16,0 0 53-16,0 0-5 15,0 83-18-15,-13-46 5 16,-1 3-11-16,-3-4-9 0,5-4-4 16,0-6-13-16,1-10-5 15,9-6-42-15,2-9-55 16,0-1-170-16,0-12-177 15</inkml:trace>
  <inkml:trace contextRef="#ctx0" brushRef="#br0" timeOffset="-15225.2">17244 5099 653 0,'0'0'58'0,"0"0"14"15,0 0-2 1,0 0 16-16,0 0-5 0,0 0-22 16,0 0-18-16,68 73-7 15,-51-58-2-15,-5 2-20 16,5-2-4-16,-3 3-8 16,3-4-3-16,1 2-32 15,-3-7-67-15,-3-4-159 16,3-5-97-16</inkml:trace>
  <inkml:trace contextRef="#ctx0" brushRef="#br0" timeOffset="-14956.41">17535 5001 526 0,'0'0'181'0,"0"0"-138"0,0 0 59 16,0 0-66-16,0 0 16 15,0 0 12-15,-4 82-11 16,-2-58 10-16,4 4-18 16,-8 3-5-16,1 6-19 15,-1 0-16-15,-2-3-5 16,5 2-25-16,1-6-52 15,4-8-95-15,-4-8-223 0</inkml:trace>
  <inkml:trace contextRef="#ctx0" brushRef="#br0" timeOffset="-13725.04">17645 5446 334 0,'0'0'122'0,"0"0"12"16,0 0-1-16,0 0-48 16,0 0-1-16,0 0-35 15,0 0-7-15,0-21-10 16,4 13-9-16,-2 2-4 15,4-5-9-15,1 0-7 16,-1-1-2-16,0 1 0 16,4-4-1-16,-1-1-1 15,1 3-11-15,-2 0 4 0,0 2-21 16,1 4 19 0,-5 2 8-16,2 3-3 0,-4 0 2 15,2 2-2-15,2 0 1 16,-4 0 3-16,3 0-5 15,-3 0-27-15,2 3 28 16,-4 6 5-16,2 3 11 16,-2 1-8-16,0 3 4 15,0 1-3-15,0 0 1 16,0 0-3-16,0 0 0 16,-6-3-1-16,4-3 0 15,-3-1 0-15,3-6 0 16,-2 0-1-16,4-4-4 15,0 0 0-15,0 0-8 0,0-1-17 16,0-10-29-16,0-4 40 16,4 2 18-16,5-2 0 15,-3-4 1-15,6 3 1 16,-1-2 0-16,3 4-2 16,1 3-2-16,-3 1 2 15,0 3-1-15,-5 5-3 16,1 1 1-16,-2 1 2 15,0 0-2-15,0 0 6 16,-1 8 6-16,-3 1-9 0,-2 2 20 16,0 3-7-1,0 0 8-15,0 1-11 0,0-2-1 16,-2 1-6-16,-5-4-2 16,3 0-1-16,-2-4 0 15,4-4-4-15,-2 0-4 16,4-2 3-16,0 0-6 15,0 0-11-15,0-4-39 16,0-7-19-16,0-2 16 16,6-1 19-16,4 1 20 15,-1-1 24-15,7 2 1 16,-3-1 7-16,3 2 0 16,-1 1 3-16,1 2-5 15,-1 3 17-15,-5 1 8 16,2 1-4-16,-1 2-3 0,-3 0 5 15,2 1-9-15,-1 0 34 16,-3 0-50-16,0 0 15 16,-2 3 15-16,-2 8 14 15,-2 4-12-15,0 3 18 16,0 2-27-16,0 1-10 16,0 0 13-16,0-2-29 15,-6-3-18-15,0-5-92 16,4-8-318-16</inkml:trace>
  <inkml:trace contextRef="#ctx0" brushRef="#br0" timeOffset="-6291.37">988 6668 547 0,'0'0'215'15,"0"0"-105"1,0 0 69-16,0 0-88 0,0 0-46 15,0 0-12-15,0 0-9 16,-4 0-9-16,4 0 0 16,0 0 0-16,-6 15-1 15,4 9-6-15,-5 7-1 16,-3 8 5-16,2 3-9 16,-5 6-1-16,1 1 1 15,-4 1 2-15,-1-2 4 16,-2-3 3-16,7-9-7 15,0-8-5-15,3-13 0 0,5-6-7 16,4-7-26 0,0-2-61-16,0-3-68 0,0-17-247 15</inkml:trace>
  <inkml:trace contextRef="#ctx0" brushRef="#br0" timeOffset="-5663.05">947 6673 389 0,'0'0'266'0,"0"0"-194"0,0 0 87 16,0 0-54-16,0 0-59 15,0 0 7-15,0-1-16 16,0 1-13-16,4 9-1 16,-2 4-3-16,2 8 13 15,2 6-4-15,-4 4-1 16,5 4-8-16,-1-6-5 16,0-2 5-16,4-5-10 15,-1-8-8-15,1-3 0 16,2-6-2-16,-1-4-2 15,1-1 0-15,0 0-5 16,3-9 2-16,8-12 0 0,-1-8-5 16,3-6-2-16,2-5-5 15,-4-7-17-15,2-1 5 16,-3 1-4-16,-3 5-4 16,-7 6 13-16,-3 13-8 15,-3 10 27-15,-2 7 5 16,-4 6 6-16,0 0 26 15,0 1 1-15,0 12-4 16,-6 7-19-16,0 2 7 16,-5 3 3-16,5-2-2 15,0 3-2-15,0 2-2 16,4 0-9-16,-5 8 6 16,-3 4 0-16,2 5-1 15,-5 9 0-15,-1 3 0 16,-1 8 1-16,-1-7-5 0,1-3 3 15,3-7-4-15,2-11-5 16,8-10-3-16,-3-12-1 16,5-15-32-16,0-17-136 15,0-30-483-15</inkml:trace>
  <inkml:trace contextRef="#ctx0" brushRef="#br0" timeOffset="-2498.02">1329 7310 690 0,'0'0'98'0,"0"0"-15"15,0 0 78-15,0 0-108 0,0 0-18 16,0 0 0-16,0 0-14 15,4 0-6-15,2-4-2 16,1-11-2-16,1-8 7 16,9-3-18-16,-1-4 0 15,-1 1-29-15,1 2-6 16,-1 6 3-16,-3 9-19 16,-2 1 9-16,-4 11 13 15,-6 0 29-15,0 0-3 16,0 0 3-16,0 5 0 15,0 12 14-15,0 5 12 0,-12 8-6 16,2 3 2 0,1 3-4-16,-3-2-7 0,2-2-5 15,1-7-2-15,3-4-4 16,6-9-16-16,0-8-61 16,0-4-168-16,0 0-203 15</inkml:trace>
  <inkml:trace contextRef="#ctx0" brushRef="#br0" timeOffset="-2078.94">1674 7255 296 0,'0'0'338'16,"0"0"-215"-16,0 0 32 16,0 0-49-16,0 0-52 15,0 0-15-15,-29 0-7 16,23 0-12-16,-2 3-6 0,-4 5-3 15,1 2-3 1,3 1-5-16,-4 3 4 0,1 0-4 16,-1 1 5-16,-5 1-1 15,5 5-3-15,4-1 2 16,1 1 0-16,3-4 7 16,4-3-6-16,0-1 6 15,13-7-12-15,9 0-1 16,7-6-16-16,9 0-29 15,1-8-117-15,6-15-326 16</inkml:trace>
  <inkml:trace contextRef="#ctx0" brushRef="#br0" timeOffset="-1089.69">1565 6723 388 0,'0'0'105'16,"0"0"-47"-16,0 0 68 15,0 0-62-15,0 0-21 16,0 0-16-16,35-14-4 0,-29 11-15 15,-4-3-2 1,-2-1 3-16,4 0 17 0,-4 2-11 16,0-4-4-16,0 1-9 15,0 3 2-15,0-1-4 16,-4 1-2-16,2-2-10 16,2 2-23-16,0 0 11 15,0-1 2-15,0 0 10 16,6 2 6-16,1-1 1 15,-1 3 9-15,6 2-5 16,-4-1 1-16,5 1 0 16,1 0-3-16,-1 0-5 15,1 0 5-15,3 0-2 16,-9 1-1-16,4 6-6 16,-5 3 12-16,-1 1 8 0,-2 1 2 15,-4 0 9 1,0 1 12-16,0-1-3 0,-4 3 5 15,-4-3-17-15,-5 2 0 16,3 1-11-16,-3 1-4 16,1 1-1-16,4 3-1 15,-5-3-4-15,7-1-2 16,2-4 3-16,4 0-12 16,0-5-13-16,6 2 3 15,11-4-4-15,3-2 1 16,9-3-64-16,2 0-72 15,4 0-213-15</inkml:trace>
  <inkml:trace contextRef="#ctx0" brushRef="#br0" timeOffset="450.47">2379 7109 370 0,'0'0'190'0,"0"0"-87"16,0 0 32-16,0 0-59 15,0 0-39-15,0 0-3 16,0 0-9-16,0 0 15 16,4 0 0-16,5 0-17 15,1 0-3-15,0 0-15 16,3 0-3-16,1 0 0 15,3 0-2-15,-3 3-20 0,3-3-33 16,-1 0-40 0,-3 2-78-16,-7-2-98 0</inkml:trace>
  <inkml:trace contextRef="#ctx0" brushRef="#br0" timeOffset="830.63">2342 7277 458 0,'0'0'100'0,"0"0"-13"16,0 0 23-16,0 0-77 15,0 0 29-15,0 0-7 16,19-9-9-16,-9 7 0 16,-2 2-8-16,5 0 1 15,1 0-9-15,-1 0-8 16,1 0 1-16,-2 0-10 15,7 0-5-15,-7 0-4 16,9 6-4-16,-9-4-16 0,3 1-39 16,-5-3-87-16,-8 0-184 15</inkml:trace>
  <inkml:trace contextRef="#ctx0" brushRef="#br0" timeOffset="3397.83">2892 6937 489 0,'0'0'120'16,"0"0"-25"-16,0 0 32 15,0 0-74-15,0 0-24 16,0 0-4-16,0 0 0 15,-10 11-3-15,7 9 22 16,-1 6-9-16,-2 10 3 16,0 6-7-16,0 5-6 15,-7 4 0-15,1 0-19 16,0-6 1-16,-1-10-7 16,9-14-3-16,2-13-26 15,2-8-62-15,0-7-171 16,12-22-58-16</inkml:trace>
  <inkml:trace contextRef="#ctx0" brushRef="#br0" timeOffset="3771.6">3049 7030 655 0,'0'0'105'0,"0"0"55"16,0 0-29-16,0 0-79 15,0 0-8-15,0 0-18 16,-72 79-8-16,49-59-5 16,0 2-10-16,-4-2-2 15,2-2 3-15,-3-2-4 16,5 0-5-16,4-8 4 16,7 0-10-16,4-1 10 15,3-5-3-15,5 1 2 0,0-3-3 16,0 1-18-16,0 4-5 15,7-4 22-15,5 4 6 16,7-2 2-16,5-1-1 16,3 2 5-16,-2-1-5 15,2 0 2-15,2 2-3 16,-6-2 0-16,-3 4-1 16,-1 3-4-16,-3 1-8 15,-3 4-45-15,-3 1-105 16,-4 4-178-16</inkml:trace>
  <inkml:trace contextRef="#ctx0" brushRef="#br0" timeOffset="4168.75">3196 7413 600 0,'0'0'48'0,"0"0"57"16,0 0-36-16,0 0-57 15,37-71-9-15,-27 56-3 16,-1-3 0-16,1 4-7 15,-8 6-5-15,2 3 10 16,-4 5 2-16,0 0 2 16,0 0 0-16,0 3-1 15,0 10 22-15,0 2 22 16,0 6-15-16,-6 2 4 16,-4 2-5-16,8 2-4 15,-9-3-7-15,5-4-18 16,4-1-4-16,2-11-59 15,0-7-139-15,2-1-176 0</inkml:trace>
  <inkml:trace contextRef="#ctx0" brushRef="#br0" timeOffset="4462.85">3431 7362 649 0,'0'0'84'0,"0"0"60"0,0 0-31 16,0 0-82 0,0 0-1-16,0 0-16 0,-39 42 4 15,33-25 12-15,0 0 0 16,4 1-5-16,2-1-15 15,0 2-1-15,0-5-9 16,2 0-1-16,14-8-34 16,3-6-76-16,6-4-136 15,-3-20-209-15</inkml:trace>
  <inkml:trace contextRef="#ctx0" brushRef="#br0" timeOffset="4988.26">2977 6791 179 0,'0'0'506'0,"0"0"-416"15,0 0 41-15,0 0-62 16,0 0-47-16,0 0 38 16,37 3-24-16,-10-3 9 15,6 0-15-15,4 0-9 16,6 0-13-16,5 0 1 15,2 0-9-15,3 0 0 0,-3 0-2 16,-7 0 2 0,-10 9-8-16,-6 1-6 0,-8-1-21 15,-9 1-40-15,-8 0-76 16,-2 2-129-16,0-3-229 16</inkml:trace>
  <inkml:trace contextRef="#ctx0" brushRef="#br0" timeOffset="6075.46">3901 7191 181 0,'0'0'789'0,"0"0"-751"16,0 0 89-16,0 0-55 15,0 0-71-15,0 0-1 16,0 1 0-16,0-1 2 0,0 0-1 15,0 0-1-15,0 0-19 16,0 0-36-16,0 0-104 16,0 5-195-1</inkml:trace>
  <inkml:trace contextRef="#ctx0" brushRef="#br0" timeOffset="7859.14">4281 6906 547 0,'0'0'104'0,"0"0"28"16,0 0-40-16,0 0-61 15,0 0-11-15,0 0-11 16,8 10 1-16,-8 6 12 15,0 5 2-15,0 2 4 16,0 5-9-16,0 1-2 16,0 3-5-16,0 2 6 15,0-2 2-15,0-6-5 16,0-3 2-16,17-9-8 0,-5-8-2 16,7-6-5-16,10-11 0 15,4-23-1-15,14-12-1 16,-3-6-6-16,3 5-4 15,-12 8-7-15,-4 11 9 16,-12 8 8-16,-9 8 1 16,-8 9 3-16,3 3-4 15,-5 0-9-15,0 0-42 16,-7 1-157-16,-9 7-249 16</inkml:trace>
  <inkml:trace contextRef="#ctx0" brushRef="#br0" timeOffset="8167.91">4440 6864 556 0,'0'0'58'16,"0"0"89"-16,0 0 2 16,0 84-79-16,0-52 11 15,0 0-4-15,0 7-17 0,-6 2-4 16,0 0-15 0,-5 5-10-16,3-6-13 0,2-1-14 15,0-2-4-15,-5-2-22 16,5-7-49-16,-2-1-111 15,2-8-383-15</inkml:trace>
  <inkml:trace contextRef="#ctx0" brushRef="#br0" timeOffset="8660.44">4581 7277 566 0,'0'0'56'16,"0"0"75"-16,0 0-78 0,47-77-45 16,-34 53-6-16,3 4-2 15,-3 4-4-15,-7 4 4 16,-4 7-3-16,2 1 3 15,-4 4 3-15,0 0 30 16,0 0 2-16,0 4-17 16,0 7 11-16,-6 7-18 15,0 3-9-15,-5 5 5 16,3 3-2-16,-2 2 15 16,-3-1-2-16,7-4-10 15,4-7-8-15,2-7-6 16,0-7-105-16,0-5-161 15,2 0-96-15</inkml:trace>
  <inkml:trace contextRef="#ctx0" brushRef="#br0" timeOffset="8954.62">4804 7176 685 0,'0'0'56'16,"0"0"76"-16,0 0-25 15,0 0-81-15,0 0 5 16,0 0-10-16,-41 43 4 0,34-31 7 16,1 4-1-16,0 0 0 15,4 2-10-15,-2 1 1 16,4-4 4-16,0 0-11 15,4-2-14-15,15-5-1 16,1-2-24-16,15-6-14 16,3 0-46-16,-9-14-446 15</inkml:trace>
  <inkml:trace contextRef="#ctx0" brushRef="#br0" timeOffset="9733.09">4773 6742 334 0,'0'0'144'0,"0"0"-73"15,0 0 97-15,0 0-90 0,0 0-9 16,0 0-23-16,41-17-27 16,-34 5 1-16,-1 3-18 15,-4-6-2-15,2 7-19 16,-4-1 14-16,0 2 3 16,0 2 2-16,0 4 2 15,0-3-2-15,-6 2 0 16,6 2-6-16,-4 0 6 15,4-1 7-15,0 1-7 16,0 0-22-16,0-1-11 16,0-2 8-16,6-1 23 15,6 0 2-15,1 0 1 16,3 4-1-16,-3 0 0 0,-1 0-3 16,0 0-2-16,1 11-6 15,-7 1 11-15,0 5 3 16,-2 3 27-16,-4 2 2 15,0 3 4-15,0 3 25 16,-4 1-14-16,-2-2 6 16,6-4-17-16,0-4-29 15,0-2-7-15,16-5-57 16,3-7-127-16,2-5-479 16</inkml:trace>
  <inkml:trace contextRef="#ctx0" brushRef="#br0" timeOffset="10268.84">5399 7016 563 0,'0'0'79'0,"0"0"109"0,0 0-66 16,0 0-54 0,0 0-14-16,89-5-26 0,-70 4 12 15,8 1-11-15,-5 0-16 16,1 0-13-16,-2 0-11 16,2 0-51-16,-7 2-90 15,-8 7-140-15,-8-3-69 16</inkml:trace>
  <inkml:trace contextRef="#ctx0" brushRef="#br0" timeOffset="10544.77">5430 7101 467 0,'0'0'95'15,"0"0"74"-15,0 0 5 16,0 0-77-16,0 0-25 16,0 0-27-16,64 5-25 15,-45-4-13-15,2 1-7 16,6 1-8-16,-7-1-52 15,-1 1-173-15,-3-1-313 16</inkml:trace>
  <inkml:trace contextRef="#ctx0" brushRef="#br0" timeOffset="13633.47">6185 6608 356 0,'0'0'248'16,"0"0"-140"-16,0 0 63 15,0 0-58-15,0 0-48 16,0 0-13-16,0 0 1 15,-4-32-22-15,4 27-3 0,0 1-17 16,0-4-7 0,6-1-4-16,6 2-2 0,1 2-3 15,3 2 3-15,-1 3-10 16,-3 0-7-16,-2 0-4 16,3 11-16-16,-9 4 16 15,-2 6 23-15,-2-1 10 16,0 0-7-16,0-2-1 15,0-1-2-15,-10-2 1 16,1-4-2-16,-1 0 0 16,-2-1 1-16,3-7 2 15,-3 2-2-15,2-2 0 0,3-1 0 16,5-1 0 0,-2-1-3-16,4 0 2 0,0 0-6 15,0 0-15-15,0 0-18 16,4 0-15-16,5 0 31 15,3 0 8-15,1 0-1 16,3 0-19-16,-4 5-9 16,1 2-19-16,-1 4 58 15,-1 3-10-15,-5 1 5 16,-4 0 10-16,2 3 1 16,-4-2 1-16,0 0 7 15,0-1 8-15,-4-5 5 16,-4-1 31-16,-5-2 8 15,-3-1-8-15,-1-4 1 16,3 0-9-16,-5-2-5 0,-4 0-15 16,9 0-14-16,-7 0-5 15,9-4-5-15,6-2-1 16,3 3-13-16,3 1-25 16,0-2-93-16,3-5-183 15,9-7-193-15</inkml:trace>
  <inkml:trace contextRef="#ctx0" brushRef="#br0" timeOffset="13989.27">6509 6752 538 0,'0'0'314'0,"0"0"-147"0,0 0-3 16,0 0-94 0,0 0-35-16,0 0-21 0,0 0-14 15,0-1-32-15,0-4-78 16,7 0-255-16,3-3-430 16</inkml:trace>
  <inkml:trace contextRef="#ctx0" brushRef="#br0" timeOffset="14685.38">6733 6778 368 0,'0'0'69'16,"0"0"28"-16,0 0 31 15,0 0-58-15,0 0 0 16,0 0-6-16,22-21-6 15,-13 9-15-15,3-5-29 16,5-4-10-16,-3-1-4 16,9-3-13-16,-5 1-22 0,-1 0-24 15,-3 0-13 1,-3 5 23-16,-3 3 28 0,2 1-7 16,-10 8 15-16,2 3 7 15,-2 1 6-15,0 1 11 16,0 2 0-16,0 0 1 15,0 0-5-15,0 0-6 16,0 3 43-16,0 6-39 16,-6 2 12-16,0 3 25 15,4 4-15-15,-4 4 8 16,2 6-1-16,-3 2 6 16,1 1 11-16,-2 5-16 15,4-2-17-15,-4-4 0 16,8-2-13-16,-5-3-5 15,5-6-23-15,0-3-92 0,0-6-101 16,0-9-153 0</inkml:trace>
  <inkml:trace contextRef="#ctx0" brushRef="#br0" timeOffset="14978.92">7012 6757 406 0,'0'0'88'0,"0"0"5"16,0 0 8-16,0 0-43 15,0 0 0-15,0 0-7 16,4 76-5-16,-8-51-5 16,-3-1-15-16,1 2-26 15,0-3-9-15,2-10-79 16,4-8-176-16</inkml:trace>
  <inkml:trace contextRef="#ctx0" brushRef="#br0" timeOffset="15875.19">7291 6577 330 0,'0'0'78'16,"0"0"19"-16,0 0-49 16,0 0-25-16,0 0 2 15,0 0-12-15,-19-18-6 16,15 18 18-16,2 0 14 16,-2 0-7-16,2 0-5 15,-4 7-13-15,-1 5 26 16,1 1 0-16,2 4-12 15,-2 2 7-15,4 1 0 0,-2-3-4 16,4 0 4-16,0-2-12 16,0-5-10-16,0-4-13 15,10-3-3-15,-2-1-10 16,5-2-3-16,-1 0-10 16,5-7 0-16,-1-1-9 15,-4-5-5-15,-3 5-22 16,-3 0 36-16,0 2 4 15,-2 1 15-15,-4 3 7 16,0 1 3-16,0-1 3 16,0 0 4-16,0 2 0 15,0 0 2-15,0 0 10 0,-4 0 4 16,2 0-5-16,-2 4-12 16,2 5-2-16,-2 4 5 15,4 0 3-15,0 2 8 16,0 1-8-16,0 1 3 15,0-1-6-15,0 3-3 16,0-2 0-16,0-3 0 16,0-3 1-16,0 2 0 15,0-8 1-15,0 2-5 16,0-1 5-16,0 0 17 16,-2-2 6-16,-5 0-4 15,-3 3 3-15,2-2-8 16,-2-2-4-16,-1 0 0 15,-1 1-6-15,6-3 6 16,-7 1-17-16,5-2 0 0,-2 0-1 16,1 0-3-16,-1 0-3 15,8-5-9-15,-2 2-11 16,4-5-44-16,0-2-80 16,4-2-118-16,8-6-320 15</inkml:trace>
  <inkml:trace contextRef="#ctx0" brushRef="#br0" timeOffset="16551.14">7535 6607 440 0,'0'0'115'0,"0"0"36"16,0 0-45-16,0 0-22 16,0 0-7-16,0 0-17 15,-7-8-21-15,5 8-22 16,-2 0-16-16,4 4 0 16,-2 3 6-16,-2 3 6 15,2 3-8-15,-2-2-3 16,-2 4-2-16,-1-1 2 15,5-1-1-15,-2-1-1 16,4-3-8-16,0-3-5 16,0-2-11-16,0-3-10 15,0-1 11-15,13 0 2 0,-1 0 5 16,0 0-13 0,1 0 12-16,-1 0-6 0,-1 0 16 15,1 0-3-15,-6 0 0 16,5 0 3-16,-5 5 7 15,0 0 4-15,-4 1 4 16,2 3 3-16,-2 0 24 16,-2 2 10-16,0 0 4 15,0 0-19-15,0 3 0 16,-2 0 7-16,-4 1-7 16,-4-1-8-16,-3 2-9 15,5-5-9-15,-7-4-2 16,3-2-4-16,4-5-17 15,-9 0-33-15,9-9-104 16,-2-16-231-16</inkml:trace>
  <inkml:trace contextRef="#ctx0" brushRef="#br0" timeOffset="16792.43">7522 6557 401 0,'0'0'199'15,"0"0"-30"-15,0 0 34 16,0 0-104-16,83 1-21 0,-58-1-41 16,2 0-10-16,-1-1-20 15,-5-1-7-15,2 2-1 16,-11 0-60-16,-5 0-118 15,-7 11-367-15</inkml:trace>
  <inkml:trace contextRef="#ctx0" brushRef="#br0" timeOffset="18713.14">7896 6623 323 0,'0'0'251'0,"0"0"-136"16,0 0-7-16,0 0-76 15,0 0-32-15,0 0 0 0,0 2 4 16,0 9 35 0,0 5 26-16,0 2-19 0,0 5-5 15,0 2-9-15,0 3-6 16,0 0-3-16,-4 0-1 15,-2-6-14-15,0-5 3 16,4-5-11-16,2-7-32 16,0-5-85-16,0 0-178 15,0-2-228-15</inkml:trace>
  <inkml:trace contextRef="#ctx0" brushRef="#br0" timeOffset="19003.2">7890 6591 482 0,'0'0'85'0,"0"0"52"15,0 0 29-15,0 0-68 16,0 0-21-16,97-21-21 15,-76 14-26-15,8 2-14 16,-10 0-8-16,-1 2-8 16,-1 2-2-16,-3 1-23 0,-3 0-16 15,-9 0-41 1,6 10-13-16,-8 1-3 0,0 2-24 16,-8 0-61-16,-7-1-32 15</inkml:trace>
  <inkml:trace contextRef="#ctx0" brushRef="#br0" timeOffset="19253.18">7896 6721 320 0,'0'0'132'0,"0"0"20"16,0 0 15-16,0 0-55 0,0 0-24 15,87 0-21-15,-62 0-44 16,2 0-9-16,-6 0-13 16,1 0 1-16,-3 0-2 15,-5 0-8-15,1 5-42 16,-13 1-59-16,-2-2-18 16,0 3-61-16,0-1-46 15</inkml:trace>
  <inkml:trace contextRef="#ctx0" brushRef="#br0" timeOffset="19530.26">7892 6851 413 0,'0'0'103'15,"0"0"6"-15,0 0 15 16,0 0-37-16,0 0 20 16,0 0-18-16,46 0-37 15,-26-1-18-15,3-5-3 16,-2-1-29-16,2 3-2 16,-1 1-9-16,-3 3-36 15,-5 0-51-15,3 0-59 16,-5 5-108-16,-3 5-263 15</inkml:trace>
  <inkml:trace contextRef="#ctx0" brushRef="#br0" timeOffset="20084.4">8310 6623 6 0,'0'0'372'0,"0"0"-290"15,0 0 34-15,0 0-37 16,0 0-40-16,0 0 42 16,4 26-36-16,-4-11 12 15,0 4-1-15,0 5 4 16,0-1-12-16,0-1-19 15,-4-1-11-15,2-4 7 16,-2-2-25-16,-1-9-19 16,5-2-58-16,0-4-119 15,0 0-131-15</inkml:trace>
  <inkml:trace contextRef="#ctx0" brushRef="#br0" timeOffset="20369.09">8225 6580 458 0,'0'0'78'0,"0"0"140"0,0 0-62 16,0 0-60-1,83 2-23-15,-52-2-24 0,0 0-14 16,0 0-22-16,-2 0-11 16,-4 0-2-16,-7 3-27 15,1 10-42-15,-9 3-21 16,-8 4-46-16,-2 5-78 16,0-3-69-16</inkml:trace>
  <inkml:trace contextRef="#ctx0" brushRef="#br0" timeOffset="20642.41">8157 6847 401 0,'0'0'198'0,"0"0"-75"16,0 0 63-16,0 0-74 16,0 0-26-16,0 0-26 15,91-6-17-15,-66 0-10 16,-1 1-17-16,5-1-16 16,-4 4-4-16,2-1-33 15,-4 3-71-15,-7 0-225 16</inkml:trace>
  <inkml:trace contextRef="#ctx0" brushRef="#br0" timeOffset="21089.9">8583 6769 300 0,'0'0'364'0,"0"0"-278"16,0 0 57-16,0 0-73 0,0 0-41 15,0 0 16-15,-19-17-20 16,13 19-22-16,0 10-1 15,-5 5 14-15,5 0 6 16,0 2 0-16,4-3 2 16,2-4 0-16,0-1-15 15,2-6-8-15,14-5-1 16,3 0-7-16,0 0-15 16,3-12 9-16,-3-3 2 15,-5 3-1-15,-1-1-3 0,-9 4 10 16,-4-3 10-1,0 5 19-15,0-3-1 0,-6 5-8 16,-11 1-15-16,-3 4-11 16,-3 0-22-16,-6 0-57 15,-4 9-233-15</inkml:trace>
  <inkml:trace contextRef="#ctx0" brushRef="#br0" timeOffset="22619.38">6400 7119 99 0,'0'0'430'15,"0"0"-352"-15,0 0 30 16,0 0-39-16,0 0-26 0,0 0 54 16,25-9-24-16,-7 8-19 15,5-1-5-15,6 1-11 16,2 1-7-16,4-4-9 15,4 1-8-15,7-3 0 16,-1 2-8-16,3-2-1 16,1 3-5-16,-1-3 1 15,2 2 3-15,1 1 7 16,-5 3-9-16,1 0 4 16,1 0-6-16,-5 0 2 15,-1 0-2-15,-5 0 0 16,0 0 4-16,-2-5-4 0,2-1 1 15,-2 0 2-15,3 2-3 16,-7 1-2-16,-2 3 0 16,-2 0-2-16,-1 0 1 15,-1 4 1-15,0 3 1 16,-4 0 1-16,6-1 2 16,-3-3-2-16,3-3 4 15,6 0-4-15,-6 0 1 16,8 0-3-16,-4 0 6 15,0 0-8-15,0 0 3 16,2 0-3-16,-8 0-1 16,2 5 2-16,2 1-1 15,-4-3 4-15,4 1-3 0,-2-4 1 16,2 0-1 0,0 0 3-16,-5 0-6 0,1 0 6 15,-2-2 1-15,-2 2-1 16,1 0-5-16,-3 0 2 15,10 0 3-15,-4 0-5 16,1 0 3-16,10 0 2 16,1 0-2-16,-2 0 4 15,0 0-2-15,-2 0 0 16,-4 0 1-16,-4 0-1 16,-6 0-11-16,-7 0 11 15,-2 0 0-15,3 2-2 0,-3-1 2 16,2 2 0-16,1-3 7 15,1 0-7-15,-3 0-7 16,1 0 7-16,-4 0-10 16,-8 0 0-16,0 0-16 15,0 0-28-15,0 0 16 16,0-1-44-16,-14-1-226 16,-11 1-337-16</inkml:trace>
  <inkml:trace contextRef="#ctx0" brushRef="#br0" timeOffset="23495.15">7462 7253 225 0,'0'0'358'16,"0"0"-241"-16,0 0 54 15,0 0-67-15,0 0-33 16,0 0-12-16,-6-14-21 15,6 7-14-15,0 0-6 16,13-3 5-16,1 0-5 16,5 2-14-16,-5 2 6 15,9 2-9-15,-5 4-2 0,-1 0 0 16,-3 0-4 0,-1 12-7-16,-9 1 12 0,2 3 5 15,-6 1-4-15,0 2 2 16,0-2-2-16,-12 2-2 15,-5-2-3-15,-1-3-11 16,-1 1 5-16,2-3-6 16,-1 0 0-16,5-3 7 15,5-5 1-15,2 0-3 16,2-3 5-16,4 1 6 16,0-2-24-16,0 0-32 15,0 1 9-15,10 1 47 16,5-2 5-16,1 0-1 15,-1 0-2-15,1 0-1 0,-1 0 3 16,-1 0-3-16,-1 0-1 16,-1 3-2-16,-6 4 0 15,2 1 2-15,-3 3 3 16,1 3 11-16,-6 2-2 16,0-2 6-16,0 1 0 15,0 5-8-15,-13-3 11 16,-3-1 7-16,1 4-5 15,-7-6 3-15,3 0 4 16,-10-3-7-16,8-3 4 16,-5-5-7-16,1-3-10 15,4 0-10-15,2 0-2 16,3-8-27-16,3-5-59 0,-3-1-151 16,-5-1-574-16</inkml:trace>
  <inkml:trace contextRef="#ctx0" brushRef="#br0" timeOffset="26641.21">9013 7056 283 0,'0'0'233'16,"0"0"-182"-16,0 0 56 15,0 0-79-15,0 0-28 16,0 0 0-16,0 0 19 16,2-23-9-16,4 16-5 15,0 2 0-15,0 1 1 16,-2 3-6-16,3 1 0 0,-3 0 0 16,-2 0 0-16,2 0-13 15,-4 0-2-15,0 0 15 16,0 0 8-16,0 3 20 15,0 0 15-15,0 4-3 16,-6-3-16-16,-5 1-5 16,5-2 0-16,0 0-11 15,0 0-5-15,2-3-2 16,2 0-2-16,2 0 1 16,-4 0-9-16,4 0-24 15,0 0-56-15,0 0-192 16</inkml:trace>
  <inkml:trace contextRef="#ctx0" brushRef="#br0" timeOffset="27508.42">9389 6958 289 0,'0'0'298'0,"0"0"-274"16,0 0 125-16,0 0-39 0,0 0-23 16,0 0-20-16,68-52-29 15,-45 24-33-15,2-5-5 16,4-1-5-16,-5 1-47 15,-3 0 16-15,0 3-11 16,-7 3-10-16,-1 4-9 16,-7 6 9-16,-2 5 22 15,-2 7-29-15,-2 2 48 16,0 3 14-16,0 0 4 16,0 0 1-16,0 12-2 15,-6 3 25-15,0 5 14 16,-3 5-1-16,-1 3 8 0,2 7 10 15,-7 4 4-15,1 1-9 16,-5 4 2-16,3 1-13 16,-3-4-12-16,7-3-9 15,-1-5-15-15,3-5-3 16,4-7-2-16,6-6-29 16,0-10-50-16,0-5-168 15,18-3-132-15</inkml:trace>
  <inkml:trace contextRef="#ctx0" brushRef="#br0" timeOffset="27968.2">9856 6689 468 0,'0'0'70'0,"0"0"67"16,0 0 18-16,0 0-61 16,0 0-36-16,0 0-21 15,-31 29-4-15,19-4 3 16,-1 6-11-16,-7 6-7 16,7 8 4-16,-5 2-2 15,3-1-1-15,3-4 4 0,5-6-3 16,7-12-7-16,0-8-13 15,15-8-11-15,8-8 1 16,4 0-21-16,6-13-15 16,-7-8-6-16,-3 1-12 15,-4 0 1-15,-9 3 19 16,-8 4 32-16,-2 1 12 16,0 4 6-16,-8 1 24 15,-7 4-2-15,-3 3 7 16,-1 0-9-16,-1 0-6 15,-3 7-5-15,4 5-10 16,3 0-2-16,7-3-3 16,5-1-33-16,4-1-82 15,0-4-70-15,7-3-109 16</inkml:trace>
  <inkml:trace contextRef="#ctx0" brushRef="#br0" timeOffset="28216.18">9995 7022 496 0,'0'0'199'16,"0"0"-171"-16,0 0 79 0,0 0-56 15,-36 88-19-15,26-58 4 16,-2 1-10-16,5-8-16 16,7-9-10-16,0-12-111 15,0-2-216-15</inkml:trace>
  <inkml:trace contextRef="#ctx0" brushRef="#br0" timeOffset="28723.42">10276 6755 413 0,'0'0'116'16,"0"0"4"-16,0 0 3 15,0 0-52-15,0 0-23 16,0 0-17-16,-62 77 5 16,51-51 7-16,-3 5 0 15,1 1-6-15,1-2 8 0,2-2-18 16,6-9 10-1,4-5-27-15,0-4-7 0,8-3-3 16,6-7-13-16,5 0-9 16,4 0-16-16,-3-7-19 15,-3-3-32-15,-1 3 5 16,-7 0 8-16,-5-1 30 16,-4-1 43-16,0 2 3 15,0-4 11-15,-4 2 11 16,-11 0 26-16,-1 1 23 15,-3 3-18-15,0 5 0 16,-3 0-10-16,7 0-22 16,5 0-13-16,8 0-8 0,2 3-49 15,0-1-177 1,14-2-88-16</inkml:trace>
  <inkml:trace contextRef="#ctx0" brushRef="#br0" timeOffset="29194.66">10455 6733 286 0,'0'0'106'0,"0"0"-29"16,0 0 74-16,0 0-34 16,0 0-44-16,0 0 15 15,44 37-30-15,-32-30-34 16,5-3-19-16,1-2 1 16,7-2-6-16,-6 0-8 15,-1 0-9-15,1 0-8 16,-2 0-41-16,-5 0 64 15,-4-4-65-15,-4 3 47 16,-4 0 20-16,0 1 1 16,0 0 62-16,0 0-7 15,-6 0-27-15,-4 8-16 0,-5 10 8 16,-1 5 8-16,-7 7-3 16,5 6 7-16,-7 4-4 15,4-1 4-15,0-3 8 16,7-8-6-16,4-7-30 15,10-10-5-15,0-6-32 16,0-3-53-16,0-2-109 16,0-3-134-16</inkml:trace>
  <inkml:trace contextRef="#ctx0" brushRef="#br0" timeOffset="29406.69">10431 6909 519 0,'0'0'314'15,"0"0"-267"-15,0 0 139 16,0 0-96-16,0 0-40 16,103-3-22-16,-72 3-25 15,2 0-3-15,6 0-28 16,-1 0-97-16,-7-3-444 15</inkml:trace>
  <inkml:trace contextRef="#ctx0" brushRef="#br0" timeOffset="30000.29">11045 6787 788 0,'0'0'71'16,"0"0"79"-16,0 0-91 15,0 0-59-15,0 0-1 16,0 0-1-16,24 0-36 16,-7 0-108-16,-5 0-232 15</inkml:trace>
  <inkml:trace contextRef="#ctx0" brushRef="#br0" timeOffset="30486.05">11204 6791 144 0,'0'0'549'0,"0"0"-497"15,0 0 125-15,0 0-97 16,0 0-51-16,0 0 7 0,43-37-31 16,-26 15-2-16,-1-3-3 15,-1-1-9-15,3 0-12 16,-1 2-16-16,-5 3-9 15,-1 5 9-15,-9 2 10 16,2 5 4-16,-4 5 16 16,0 4 7-16,0 0 10 15,0 0 10-15,0 2 0 16,0 7 0-16,-4 4 4 16,-3 6 8-16,-3 5 3 15,-2 4 0-15,-1 7 10 16,1 1 3-16,-7 8-3 0,1 1-10 15,1 1-3-15,5-1-2 16,-1-9-22-16,7-8-6 16,6-12-2-16,0-10-39 15,4-6-31-15,15 0-61 16,4-20-198-16,1-11-350 16</inkml:trace>
  <inkml:trace contextRef="#ctx0" brushRef="#br0" timeOffset="30852.94">11501 6639 721 0,'0'0'56'16,"0"0"44"0,0 0 38-16,0 0-97 0,0 0-24 15,0 0 5-15,-66 44-1 16,52-15-3-16,-5 5-1 15,1 3 6-15,5 2 14 16,3-5-16-16,10-8 10 16,0-5-22-16,6-10-7 15,19-8-2-15,4-3-7 16,6-11-12-16,-2-16-20 16,-2-5-13-16,-2 0-19 15,-4 0 7-15,-13 1 6 16,1 2 58-16,-13 2 5 0,0 3 1 15,0 5 2-15,-15 5 14 16,-3 6-6-16,-5 4-5 16,0 4-11-16,9 0-1 15,1 0-37-15,7 0-78 16,6 0-196-16</inkml:trace>
  <inkml:trace contextRef="#ctx0" brushRef="#br0" timeOffset="31155.87">11615 6521 448 0,'0'0'134'0,"0"0"-66"15,0 0 118-15,0 0-98 16,0 0-31-16,0 0-13 16,85 0-13-16,-56 0-31 0,-2 0-16 15,2-4-86 1,-5 0-166-16,-5 1-363 0</inkml:trace>
  <inkml:trace contextRef="#ctx0" brushRef="#br0" timeOffset="31625.6">12016 6343 664 0,'0'0'60'0,"0"0"-22"0,0 0 35 15,0 0-61-15,0 0-6 16,0 0-5-16,-6 68 1 16,0-48 3-16,-5-4-3 15,-1 4 3-15,0-1-3 16,-7 1-2-16,5-1-4 16,1-2-12-16,1-4 14 15,1-7-6-15,7 0 2 16,4-3-8-16,0-2-13 0,0 2 6 15,0-3 18-15,6 2 3 16,5 0 0 0,1-2 16-16,1 2 0 0,5-2 3 15,-1 0-11-15,3 0-1 16,1 0-7-16,0 0-43 16,-3 0-161-16,1-6-130 15</inkml:trace>
  <inkml:trace contextRef="#ctx0" brushRef="#br0" timeOffset="31844.85">12041 6537 665 0,'0'0'34'15,"0"0"140"-15,0 0-27 16,-31 91-100-16,19-59-16 16,1 5-31-16,3 0-4 15,-4 0-189-15,1-6-332 16</inkml:trace>
  <inkml:trace contextRef="#ctx0" brushRef="#br0" timeOffset="32631.89">12587 6752 486 0,'0'0'199'16,"0"0"-130"-16,0 0 65 15,0 0-94-15,0 0-7 16,0 0 23-16,25 3-12 16,-9-3-10-16,1 0-11 15,3 0-18-15,-1 0-5 16,-1 0-24-16,1 0-40 16,-2 0-91-16,-7 0-59 15,-4 0-94-15</inkml:trace>
  <inkml:trace contextRef="#ctx0" brushRef="#br0" timeOffset="32908.92">12585 6845 375 0,'0'0'240'0,"0"0"-181"16,0 0 113-16,0 0-103 15,0 0-32-15,0 0 62 16,14 0-31-16,-1 0-14 16,-3 0-8-16,8 0-18 0,-1 0-19 15,2 0-9-15,-1 0-40 16,-3 0-76-16,-5 0-232 15</inkml:trace>
  <inkml:trace contextRef="#ctx0" brushRef="#br0" timeOffset="37381.28">13157 6814 487 0,'0'0'147'0,"0"0"-52"15,0 0 55 1,0 0-69-16,0 0-14 0,0 0-3 16,0 0-17-16,-2 0-5 15,2 0-9-15,0 0-7 16,2 0-14-16,11-9 9 16,5-11-9-16,9-3-12 15,-2-3-14-15,2 0 4 16,2 1-17-16,-4 2-8 15,-3 5 7-15,-7 2 2 16,-5 4-5-16,-2 2 16 16,-4 2-3-16,3 4 6 15,-7 1 11-15,0 3 1 16,0 0-1-16,0 0-6 16,0 0 3-16,0 0-7 0,0 8 10 15,-7 5 0-15,-5 8 1 16,2 3 15-16,-5 4 1 15,-1 5 12-15,-3 3 2 16,5-2-4-16,-3 1-10 16,1-4 4-16,3-6-4 15,11-4-13-15,-4-5 4 16,2-8-7-16,4-3-15 16,0-5-46-16,0 0-173 15,0-2-394-15</inkml:trace>
  <inkml:trace contextRef="#ctx0" brushRef="#br0" timeOffset="38313.21">13562 6679 383 0,'0'0'136'0,"0"0"-60"0,0 0 47 16,0 0-65-16,0 0 0 15,0 0 7-15,48-60-22 16,-40 53-15-16,3 3-7 16,-5 4-7-16,0 0-6 15,0 0-8-15,-4 0 5 16,4 11-1-16,-6 1 6 15,0 4 6-15,0-1-8 16,0 4 2-16,0 0-9 16,-6-2 4-16,-8 0-4 15,1 0 5-15,-5-2 2 16,1-2-6-16,3-2-2 16,-3-4-1-16,7-1 0 0,4-3-2 15,4-1 1-15,-3-2-6 16,5 0-1-16,0 0-19 15,0 0-14-15,0 0-10 16,11 0 29-16,1 0 20 16,5-2-17-16,-3 1 11 15,5 1-28-15,-7 0-6 16,1 0 3-16,-1 0 30 16,-2 0-27-16,-3 3 12 15,-1 5 13-15,-2 3 12 16,-4-2 1-16,0 2 0 15,0 0 12-15,0 0 0 0,0-1 17 16,-6-2 14 0,-5 3 10-16,1-3-8 0,2-1 18 15,-5 0-10-15,1 0-15 16,-5-2-9-16,5 2 3 16,-2-3-9-16,-3-3-7 15,0-1-3-15,9 0-10 16,-4 0-4-16,6 0-16 15,1-1-18-15,5-10-73 16,0 0-117-16,0-1-138 16</inkml:trace>
  <inkml:trace contextRef="#ctx0" brushRef="#br0" timeOffset="39167.37">13901 6683 286 0,'0'0'281'0,"0"0"-158"16,0 0 25-16,0 0-50 16,0 0-36-16,0 0-6 15,-18-2-28-15,7 2-4 16,5 7-15-16,0 7 2 16,-6 2 0-16,5 2 8 0,-3 0-5 15,10-3 3-15,0-1 0 16,0-6-14-16,0 0-3 15,21-5-7-15,-3-3 2 16,3 0-9-16,2 0-4 16,-5-8 4-16,5-3-1 15,-8-1-8-15,-3-1 1 16,-2 1 8-16,-8 0-4 16,3 3 17-16,-5 1 1 15,0 1 5-15,0 4 3 16,0 3-1-16,0 0 12 15,0 0 5-15,-5 0-9 16,-1 0-13-16,4 11-2 0,2-1 0 16,-4 3 0-16,4 1 0 15,0 1 3-15,0 0-3 16,0 5-2-16,0-2 1 16,0 0-1-16,0-1-1 15,0 0 3-15,0 0-3 16,0-3 3-16,0 1 2 15,-8-1-1-15,2-1 5 16,-7-2 14-16,3-1-4 16,-7 0-6-16,3-3 5 15,-3-2-8-15,3 0-2 16,1-3 5-16,3-2 3 16,2 0-7-16,2 0-4 15,1 0-2-15,1 0-19 0,4 0-22 16,0-5-24-16,0 0-115 15,0-2-247-15</inkml:trace>
  <inkml:trace contextRef="#ctx0" brushRef="#br0" timeOffset="39447.5">14149 6916 655 0,'0'0'42'0,"0"0"122"15,0 0-78-15,0 0-48 16,0 0 1-16,0 0-24 15,-35 91-7-15,31-71-8 16,2-3-9-16,-2-4-132 16,4-6-294-16</inkml:trace>
  <inkml:trace contextRef="#ctx0" brushRef="#br0" timeOffset="41350.24">14428 6583 470 0,'0'0'64'0,"0"0"30"0,0 0 33 15,0 0-84-15,0 0 2 16,0 0-26-16,-10-5-10 15,10 5-7-15,0 0 13 16,10 0 33-16,3 2 7 16,1 6-7-16,9-1-16 15,0 1-9-15,-2-4-11 16,3-3-5-16,-1-1-6 16,2 0-2-16,-7 2-10 15,1-2 3-15,-7 0-4 16,-1 2 6-16,-5-2 3 15,-4 0 0-15,-2 0 3 0,4 0 3 16,-4 0 3-16,0 2 9 16,0 3 10-16,0 3-7 15,-6 4-18-15,-6 8 7 16,-5 4 2-16,3 2 3 16,-5 6-1-16,2 4-5 15,-5 0 2-15,1 5-2 16,2 0 2-16,1-4-2 15,1-4-3-15,5-9 5 16,6-6-8-16,0-9-1 16,1-4-19-16,5-5-35 15,0 0-47-15,0 0-120 16,0-14-104-16</inkml:trace>
  <inkml:trace contextRef="#ctx0" brushRef="#br0" timeOffset="41619.9">14406 6823 450 0,'0'0'84'15,"0"0"53"-15,0 0 39 16,0 0-70-16,0 0-9 0,0 0-32 15,89-4-18-15,-65 4-6 16,3 0-16-16,2-1-13 16,0-1-9-16,2 1-3 15,-4-1-3-15,2-2-22 16,0 1-58-16,-10 2-165 16,-7 1-297-16</inkml:trace>
  <inkml:trace contextRef="#ctx0" brushRef="#br0" timeOffset="42205.56">14935 6659 508 0,'0'0'44'0,"0"0"100"15,0 0-76-15,0 0-46 0,0 0 18 16,0 0-22-16,-33 9-16 16,23 8 23-16,-3 2 20 15,5 3 0-15,-2 3 14 16,-3-2-14-16,3 3-4 16,8-2-2-16,2-1-10 15,0-6-8-15,0 1-10 16,6-8-9-16,13-3-2 15,-1-7-1-15,5 0-10 16,-2 0 1-16,3-12 2 16,-1-2-7-16,-4-1-2 15,-7-2 6-15,0-1 2 16,-5 0 8-16,-1-4 2 16,-2 2 2-16,-4-1-1 15,0-1 2-15,0-1-3 0,-10 2 1 16,-3 0 2-16,1 2-3 15,-1 6 3-15,5 2-4 16,-4 6 0-16,1 4-19 16,1 1-52-16,-2 0-242 15</inkml:trace>
  <inkml:trace contextRef="#ctx0" brushRef="#br0" timeOffset="44162.93">15290 6580 506 0,'0'0'83'16,"0"0"72"-16,0 0-35 0,0 0-56 15,0 0-18-15,0 0-18 16,0 3-25-16,0 10 25 16,0 10 5-16,-4 1-8 15,-2 6-7-15,0 3 7 16,-2 3-10-16,-5 0 0 16,3-1-5-16,-2-1-10 15,1-9-6-15,5-5-35 16,6-9-95-16,0-11-176 15,0 0-153-15</inkml:trace>
  <inkml:trace contextRef="#ctx0" brushRef="#br0" timeOffset="44568.08">15435 6670 407 0,'0'0'137'16,"0"0"-43"-16,0 0 36 15,0 0-63-15,0 0-22 16,0 0-7-16,-29 11-3 16,13-6-7-16,1 3 6 15,-3 2-17-15,-1-1-8 0,-4 3-8 16,5-1-1-1,1 2-1-15,3-4-5 0,7-3-4 16,3-2 4-16,2-2-20 16,2 1-1-16,0 1 9 15,0 0 7-15,0-2 10 16,9 0 1-16,1 3 6 16,2-1 8-16,3 1 11 15,3-1-13-15,5 1-3 16,2 1-8-16,0 2-1 0,2 0-21 15,-3-2-33 1,-3 2-65-16,-2-5-66 0,-3 0-121 16</inkml:trace>
  <inkml:trace contextRef="#ctx0" brushRef="#br0" timeOffset="44830.36">15619 6667 242 0,'0'0'300'0,"0"0"-276"15,0 0 94 1,0 0-50-16,-35 96-24 0,23-65 12 15,-3 1-24-15,-1 0-18 16,-3-8-14-16,11-6-37 16,-3-10-88-16,11-8-111 15</inkml:trace>
  <inkml:trace contextRef="#ctx0" brushRef="#br0" timeOffset="45078.84">15588 6636 225 0,'0'0'391'16,"0"0"-380"-16,0 0 163 16,0 0-76-16,0 0-55 15,0 0 4-15,68 57-20 16,-49-43-6-16,4 5-14 15,-5-2-7-15,1-2-5 16,0 1-6-16,-1-3-129 16,-1-3-22-16,-5-7-170 15</inkml:trace>
  <inkml:trace contextRef="#ctx0" brushRef="#br0" timeOffset="45317">15878 6588 439 0,'0'0'294'16,"0"0"-242"-16,0 0 92 16,0 0-66-16,0 0-31 15,-46 93 10-15,34-65-14 16,3 6 6-16,-1 1-21 0,2-4-24 15,2 2-4 1,-3-2-42-16,9-4-107 0,0-4-254 16</inkml:trace>
  <inkml:trace contextRef="#ctx0" brushRef="#br0" timeOffset="46226.06">15867 7019 179 0,'0'0'342'0,"0"0"-286"16,0 0 64-16,0 0-41 16,0 0-46-16,0 0 12 15,19-48-17-15,-9 33-18 16,3-4-9-16,-1 3 3 15,-4 0-3-15,5 0 0 0,-3 3-1 16,-2 5 6-16,3 0-6 16,-7 4-5-16,2 1 3 15,-4 3 1-15,4 0-3 16,0 0-6-16,1 0 8 16,-1 5-13-16,-2 5 15 15,-4 4 9-15,2 2 5 16,-2 0-4-16,0 2 4 15,0 3-6-15,-6-5-1 16,0-3 0-16,-1 1-4 16,-5-5 4-16,6-4-3 15,0-3-4-15,-1-2-1 16,3 0-23-16,4 0 7 16,0-1-28-16,0-9-15 0,4-7 47 15,9 2-14-15,5-1-8 16,-1-2 27-16,2 1 4 15,-5 5 4-15,3 1 0 16,-1 2 1-16,-8 5 1 16,3 3 18-16,-5 1 2 15,2 0 4-15,-2 0 0 16,1 3 2-16,-3 5-15 16,-2 6 2-16,-2 3-5 15,0-3 20-15,0 2 79 16,0-9-101-16,-6-1-5 15,3-3 3-15,-1-3-6 16,4 0-12-16,0-1-29 0,0-9-57 16,0-5 16-16,7 1 19 15,5-1-4-15,2 4 38 16,-5-2 11-16,3 5 14 16,-2 1 2-16,-1 3 2 15,1 1 13-15,-4 3 25 16,-4 0 15-16,4 0 1 15,-6 1 20-15,5 12 36 16,-3 1-76-16,-2 3 12 16,0 2-38-16,0-2-8 15,0 0-11-15,0-4-136 16,-9-10-489-16</inkml:trace>
  <inkml:trace contextRef="#ctx0" brushRef="#br0" timeOffset="87771.9">1038 8154 230 0,'0'0'94'15,"0"0"-28"-15,0 0 19 16,0 0-15-16,0 0-11 16,0 0-1-16,0 0-10 15,0-3 2-15,0 3 11 16,0 0 10-16,0 0-14 16,0 0-1-16,0 0-15 15,0 0-2-15,0 0-6 16,0 0-18-16,0 0 5 15,0 0-8-15,0 0-2 16,0 0-10-16,0 0-8 16,0 5-5-16,0 6 13 15,-2 4 8-15,2 4-7 0,-5 4 1 16,3 3-1-16,-2 1 2 16,2 5-2-16,-4 2 1 15,-2-3-2-15,2 0 1 16,3 1 1-16,-3-3-1 15,0 0 0-15,2 0-1 16,-2 0 4-16,-3 0-3 16,5 1 1-16,-4-3-1 15,2-3-2-15,0-4 0 16,2-7-15-16,1-7-20 16,3-3-31-16,0-3-72 15,0 0-34-15,0 0-4 16,0-5-23-16</inkml:trace>
  <inkml:trace contextRef="#ctx0" brushRef="#br0" timeOffset="88624.58">1017 8213 435 0,'0'0'67'16,"0"0"39"-16,0 0 16 15,0 0-63-15,0 0 18 16,0 0-21-16,2-4-22 16,2 13-15-16,-4 5 19 15,2 4 4-15,2 1-18 16,-2-2-5-16,-2 7-2 15,5 0-4-15,-5-2 6 0,2 0-8 16,4-1 0-16,-2-4-6 16,4-2-4-16,3-2 0 15,-3-8-1-15,2 1 0 16,3-4-1-16,-1-2 1 16,5 0 0-16,-5 0-6 15,2-13-14-15,3-8 20 16,2-3 2-16,-7 1-2 15,0-5-3-15,1 2 0 16,3-5-4-16,-3 1 6 16,1-5-4-16,-1 4-5 15,1-1-14-15,-6 3 4 0,3 4 9 16,-5 6-2 0,-4 6 13-16,-2 8 1 0,0 3 2 15,0 2 13-15,0 0 6 16,0 0-14-16,0 0-7 15,0 5 7-15,0 2-8 16,-6 7 2-16,0 1 2 16,3 0 4-16,-3 6-1 15,0 1 4-15,2 5-1 16,-6 3-7-16,3 5 6 16,1 3-5-16,0 6 3 15,0 0 2-15,0-3 0 0,-1 0 2 16,1-1-4-1,0-3 1-15,0-4-3 0,4-1-4 16,-2-3 2-16,-3-2-4 16,5-1 1-16,-2-3-13 15,2-3-9-15,-2-5-20 16,0-1-24-16,4-9-51 16,0-5-152-16,0 0-145 15</inkml:trace>
  <inkml:trace contextRef="#ctx0" brushRef="#br0" timeOffset="89301.21">1352 8871 377 0,'0'0'91'15,"0"0"-20"-15,0 0 75 16,0 0-75-16,0 0-16 16,0 0 16-16,0-29-22 15,2 17-17-15,2-3-24 16,-2-4-2-16,4-4-6 16,1-3-6-16,3-5-9 15,0-2-15-15,3 3-35 16,-1-1 31-16,0 9 0 15,-3 3 27-15,-3 5 0 16,-2 5 7-16,2 4 1 16,-6 5 0-16,0 0 3 15,0 0-4-15,2 0-20 16,-2 0 8-16,4 0 9 0,3 2 3 16,-5 2 17-16,-2 3-17 15,8 0 12-15,-8 1 6 16,2 4 4-16,-2 1 6 15,0 5-4-15,0 2 1 16,0 3-6-16,0 3-6 16,0 1 1-16,0 0-4 15,-10-1-3-15,8 2 2 16,-5-5-4-16,3-1-3 16,4-5 2-16,0-5-3 15,0-1-1-15,0-7-7 16,0 0-23-16,0-4-44 0,0 0-71 15,0 0-74-15,0 0 46 16</inkml:trace>
  <inkml:trace contextRef="#ctx0" brushRef="#br0" timeOffset="89556.02">1346 8797 338 0,'0'0'293'16,"0"0"-201"-16,0 0 48 15,0 0-44-15,0 0-51 16,0 0-2-16,-4-4-16 0,4 4 0 16,12 0 7-16,0-1-3 15,9 1-6-15,-2-2-17 16,5 0-8-16,3-2-11 15,6-1-68-15,-6 2-142 16,-2 0-329-16</inkml:trace>
  <inkml:trace contextRef="#ctx0" brushRef="#br0" timeOffset="90673.08">1681 8759 338 0,'0'0'132'16,"0"0"-26"-16,0 0 39 15,0 0-80-15,0 0-16 16,0 0-10-16,6-28-10 15,4 22 4-15,-4 2-12 16,7-1-10-16,-5 3 6 16,-2-1-10-16,5 3-7 15,-5 0 1-15,4 0-1 16,-2 0 0-16,-4 0 3 16,3 5 10-16,-5 0-9 15,2 2 0-15,-4 3-2 16,0 1 4-16,0 2-2 0,-4 3-2 15,-9 2 0-15,1-2-1 16,-5 0-1-16,3-1-6 16,-3 1-7-16,5-4 1 15,0 3-5-15,-1-4-5 16,1 0-12-16,-1 0 15 16,3-7 8-16,8 0 7 15,-4-2 4-15,6 0 2 16,0-2-1-16,0 0-2 15,0 1 1-15,0 1 0 16,0-1 9-16,6 1 9 16,6 0 19-16,1-2-2 15,3 0-2-15,-1 1-6 0,3 0-3 16,1 2 15 0,4-2-21-16,-5 4-18 0,1 0 1 15,-3-1 3-15,-7 0-4 16,-3 1-9-16,0-4-45 15,-6-1-58-15,0 0-222 16</inkml:trace>
  <inkml:trace contextRef="#ctx0" brushRef="#br0" timeOffset="92836.49">1639 8199 197 0,'0'0'412'0,"0"0"-368"16,0 0 43-16,0 0 7 15,0 0-58-15,0 0-6 16,0 2 20-16,0-2 12 16,6-6-20-16,5-5-2 15,-1 0-12-15,-2-2-23 16,3 0 2-16,-5 0-2 15,0-3-5-15,-4 0-10 16,-2 1 6-16,0 0-4 16,0 1-7-16,0 3 8 15,0-2 7-15,0 7 0 16,-2 4 0-16,-2-1-5 0,2 3 5 16,2-2 1-16,0 0-1 15,0 1-5-15,0-1-3 16,0 1-10-16,0-4-51 15,0 0 28-15,8-1 38 16,-2-1-1-16,11 3 2 16,-5 0 2-16,3 1 0 15,1 0 2-15,1 1-2 16,-3 2 2-16,-1 0-4 16,-3 0 1-16,-8 0-1 15,8 0-8-15,-7 6 10 16,1 4 5-16,-4 3 0 0,0 1 4 15,0 0 8 1,0 4-11-16,-4-3 1 0,-3 0-6 16,1 3 2-16,0-3-3 15,-2-1 4-15,1 1-4 16,1-4 0-16,0-2 2 16,6 0-1-16,0-2-1 15,0-1 0-15,0 4 0 16,0-4 0-16,0 2-1 15,6 3 1-15,3-2 1 16,3 3-1-16,7-3-3 16,1-1-32-16,7-1-113 15,-2-7-164-15</inkml:trace>
  <inkml:trace contextRef="#ctx0" brushRef="#br0" timeOffset="93578.36">2367 8566 255 0,'0'0'113'0,"0"0"-65"16,0 0 52-16,0 0 6 0,0 0-43 15,0 0 7 1,0 0-8-16,0 1-2 0,0 0-8 15,4-1-7-15,-2 2-3 16,4-1-18-16,0 1 2 16,5-1-10-16,1 2-1 15,-1 1-7-15,3-1-1 16,-2-2-2-16,5-1-3 16,-5 0 1-16,1 0-3 15,-1 0 0-15,-2 0-6 16,-3 0-10-16,-1 0-8 15,-4 0-19-15,2 0-33 16,-2 2-38-16,-2 2-52 16,0 3 9-16,0-2-95 15</inkml:trace>
  <inkml:trace contextRef="#ctx0" brushRef="#br0" timeOffset="93958.89">2371 8676 454 0,'0'0'143'0,"0"0"-85"16,0 0 70-16,0 0-78 16,0 0 16-16,0 0 1 15,19 18-14-15,-13-15-15 16,6 0 3-16,5 0-2 16,-9-1-3-16,11-1-6 15,-7 0-11-15,0 1-5 16,1 0-8-16,1-1-2 15,-5 1-4-15,1-2 0 16,-8 0-10-16,8 0-22 16,-8 3-52-16,-2 2-90 15,0 6-196-15</inkml:trace>
  <inkml:trace contextRef="#ctx0" brushRef="#br0" timeOffset="159078.34">2979 8399 30 0,'0'0'79'0,"0"0"-79"16,0 0 2-16,0 0 5 15,0 0 6-15,0 0-2 16,0 0 6-16,0 0-17 16,0 3-40-16,0-4-56 15</inkml:trace>
  <inkml:trace contextRef="#ctx0" brushRef="#br0" timeOffset="159319.99">2979 8399 197 0</inkml:trace>
  <inkml:trace contextRef="#ctx0" brushRef="#br0" timeOffset="159655.49">2979 8399 197 0,'29'-77'206'0,"-29"74"-169"0,0 1 85 16,0-1 17-16,0 3-53 16,0 0-7-16,0-4-4 15,0 4-11-15,0 0-16 16,0 0-12-16,0 0-8 15,0 0-14-15,0 0-5 16,0 0-4-16,0 0-5 16,0 1 1-16,0 11 7 15,-4 4-2-15,1 7-1 16,-1 2-5-16,-2 3 3 16,4 3-1-16,-4 1-1 15,-7 3 5-15,7 0 1 0,-4-4-5 16,0 1 4-1,3-3-3-15,-1 2-3 0,2-5 2 16,0 2-2-16,-5-4 3 16,9-3-3-16,-4-4 0 15,2-7 0-15,4 0 0 16,-2-5 0-16,2 1-4 16,0-6-24-16,0 2-51 15,0-2-57-15,0 0-34 16,6 0-31-16,2-13-16 15</inkml:trace>
  <inkml:trace contextRef="#ctx0" brushRef="#br0" timeOffset="160577.31">3202 8449 521 0,'0'0'66'15,"0"0"37"-15,0 0 29 16,0 0-46-16,0 0-41 15,0 0 10-15,-12 0-20 16,7 0-10-16,-1 0 1 0,4 3-13 16,-8 6-2-16,-3 1-1 15,1 2-2-15,-5 3-1 16,3-2 3-16,-3 1 0 16,3 3-6-16,-5-6 1 15,3 0 3-15,-1-2-1 16,3-1-1-16,-3-2-3 15,3-2 1-15,-3-1 2 16,5 1-3-16,0-4 4 16,1 2 1-16,5 1-1 15,0-2-2-15,0-1-2 16,4 2-1-16,-3 0-1 16,3-1-2-16,-4 3 1 15,6-1 0-15,0 2-1 0,0-2 0 16,0 2-4-1,0 0 2-15,0 0 3 0,0-1 0 16,0-1 0-16,0 2-1 16,8-2 1-16,3 0 0 15,1 1 0-15,1-1 0 16,-5 0-1-16,8 2 0 16,-3-1 1-16,-1 3 0 15,5-2 1-15,1 0-1 16,-3 1-1-16,5 1 1 15,1 3 1-15,-4-2 0 16,3 4 0-16,1-1-1 0,-2 2 0 16,-1 0 1-16,-5-5 0 15,-1 1 0-15,0-3-1 16,-3 0 0-16,-1-3 1 16,-8-1-1-16,2-2 1 15,2 2-1-15,-4-2 1 16,0 0 1-16,0 0 2 15,0 0-4-15,0 0 0 16,0 0-9-16,0 2-36 16,0 1-126-16,-10 1-362 15</inkml:trace>
  <inkml:trace contextRef="#ctx0" brushRef="#br0" timeOffset="161770.51">3396 8976 352 0,'0'0'108'0,"0"0"-100"15,0 0 98-15,0 0-8 16,0 0-52-16,0 0 13 0,9-17-18 15,-5 5-3-15,-2 2-2 16,6-7-8-16,-6-1-17 16,2-3 1-16,2-1-7 15,1-2-4-15,-1 0 0 16,-4 0-1-16,4-1 0 16,0 4-2-16,-2-3-8 15,5 4 2-15,-3 0-3 16,0 6 7-16,0-1-6 15,1 5 4-15,-1-1-3 16,2 5 7-16,-2 0-7 16,0 2 2-16,1 2-6 0,-5 1 6 15,2 1 7-15,-2 0-7 16,4 0 7-16,-6 0 0 16,6 8 14-16,-6 6-12 15,0 5 1-15,0 4 5 16,0 5 1-16,0 5 1 15,0 3 6-15,0-1-8 16,-2-1 5-16,-4-1-9 16,2-4 5-16,2-3-7 15,-2-4-2-15,4-3 0 16,-2-9 0-16,2-3-2 16,0-7-8-16,0 0-47 15,0 0-100-15,0-5-60 0,0-7-159 16</inkml:trace>
  <inkml:trace contextRef="#ctx0" brushRef="#br0" timeOffset="162042.29">3425 8877 460 0,'0'0'185'16,"0"0"-161"-16,0 0 69 0,0 0-55 16,0 0-18-16,0 0 48 15,31-6-25-15,-18 6-12 16,1 0 1-16,3 0-12 16,-1 0-8-16,-1 0-10 15,-3 0-2-15,7 3-8 16,-3-2-72-16,-1-1-120 15,-5 0-185-15</inkml:trace>
  <inkml:trace contextRef="#ctx0" brushRef="#br0" timeOffset="162556.66">3737 8843 548 0,'0'0'31'0,"0"0"67"15,0 0-18-15,0 0-45 16,0 0-17-16,0 0-10 16,48-83-6-16,-36 62-1 0,1 2-1 15,-3-2-4-15,-2 5-2 16,-1-1 1-16,-1 4-4 16,-2 3 1-16,-2 1 4 15,2 5-1-15,-4 1 5 16,0 2 6-16,0 1-1 15,0 0 9-15,0 0 11 16,0 0 0-16,0 6-18 16,-6 10-6-16,2 3 2 15,-2 2 11-15,3 5 5 16,-3 2 10-16,0 3 6 16,2-2-7-16,-2 1 5 15,6-2-10-15,-2-2-5 0,2-7-12 16,0-4-6-1,0-1-5-15,0-4-86 0,0-4-151 16,0-1-146-16</inkml:trace>
  <inkml:trace contextRef="#ctx0" brushRef="#br0" timeOffset="168775.69">4190 8648 747 0,'0'0'213'0,"0"0"-144"16,0 0 83-16,0 0-66 0,0 0-35 16,0 0-18-16,0 0-6 15,0 0-5-15,8 3-12 16,-8-3-3-16,4 2-6 16,-1-1-2-16,1 2-9 15,2 0-53-15,0-3-137 16,-6 0-643-16</inkml:trace>
  <inkml:trace contextRef="#ctx0" brushRef="#br0" timeOffset="171264.92">4756 8399 575 0,'0'0'43'0,"0"0"78"0,0 0-20 15,0 0-44-15,0 0-5 16,0 0-14-16,-33-26 10 15,27 18-5-15,0 0-16 16,-4 3-9-16,5 0-2 16,-1 2 0-16,0 2 0 15,0 0-9-15,4-2-1 16,-4 3-5-16,-1 0-1 16,-3 0-1-16,2 4-1 15,-3 7-5-15,3 2 7 16,-2 4 0-16,0 0 0 15,3 2 0-15,1 1-1 16,0 1 0-16,0 3 0 0,4 0 0 16,-5-1-2-16,3 1 1 15,2-1 1-15,2-1-3 16,0 1 0-16,0 2 1 16,0 2 1-16,0 4 0 15,2 3 2-15,9-2 0 16,-3-3 3-16,4-3-3 15,1-8-1-15,7-5-1 16,-1-9 2-16,2-4 1 16,3-3 4-16,5-22 0 15,2-12 3-15,-6-2-6 16,2-8-2-16,-8 2 2 0,-5 0-1 16,-8 5 3-16,-6 3-1 15,0 1-3-15,0 1 5 16,-8 7 4-16,-8 1 0 15,1 7-3 1,-6 2-1-16,3 10-3 0,-1 2 0 16,1 6 1-16,-3 0-3 15,-2 7-5-15,0 11-8 16,5 2-13-16,3-6-19 16,3 0-37-16,-2-5-72 15,5-6-121-15,-1-3-124 16</inkml:trace>
  <inkml:trace contextRef="#ctx0" brushRef="#br0" timeOffset="171643">4525 8542 481 0,'0'0'96'16,"0"0"-72"-16,0 0 99 0,0 0-45 15,0 0 0-15,85 24-25 16,-63-20 11-16,5-1-7 15,2-2-14-15,2 1-3 16,-2-2-19-16,2 0-5 16,0 0-6-16,-2 0-9 15,-4 0 3-15,4 0-2 16,-11 0-2-16,-5 0-2 16,-1 0-59-16,-3 0-97 15,-3 0-166-15,-6 0-121 16</inkml:trace>
  <inkml:trace contextRef="#ctx0" brushRef="#br0" timeOffset="172502.27">4961 8911 309 0,'0'0'219'16,"0"0"-207"-16,0 0 69 0,0 0 1 15,0 0-46-15,0 0 17 16,2 0-2-16,2 0 3 16,-4-9-15-16,6-3-7 15,1-3-26-15,-5-1-3 16,6-4-1-16,-6 2-2 15,4-5 0-15,-2 4-7 16,3 0 3-16,-1 0-7 16,0-1 0-16,0 6 0 15,0 0 2-15,3 0 2 0,-3 4-2 16,0-1 0 0,4 2 2-16,-3 3 3 0,-1-1-3 15,-2 3-7-15,2 4 10 16,-6-2 3-16,6 2-10 15,-4 0 1-15,3 0 7 16,1 0 3-16,-4 4 0 16,-2 5 3-16,4-3-2 15,-2 6-1-15,-2 1 4 16,0 2-4-16,0 3 8 16,0 0 0-16,0 4-6 15,0-3 4-15,0 1-5 16,0 1 3-16,0 0-3 15,-2-2-1-15,-2 3 2 16,-2-4-2-16,6-2 1 16,-2 0 1-16,-3-9-1 0,5-1-1 15,0-3 0-15,0-3-3 16,0 0-27-16,0 0-53 16,0-1-82-16,0-11-19 15</inkml:trace>
  <inkml:trace contextRef="#ctx0" brushRef="#br0" timeOffset="172886.65">4982 8847 455 0,'0'0'84'15,"0"0"-1"-15,0 0 19 16,0 0-68-16,0 0-11 15,0 0 9-15,0 0 15 0,8 0-7 16,-2 0 1-16,2 0-11 16,3 0-3-16,1 0-5 15,3 0-14 1,-3 0-5-16,5 2-3 0,-1 0 0 16,-3-1-72-16,-5-1-125 15,-2 0-317-15</inkml:trace>
  <inkml:trace contextRef="#ctx0" brushRef="#br0" timeOffset="174655.42">5610 8405 16 0,'0'0'491'16,"0"0"-450"-16,0 0 35 0,0 0 3 15,0 0-58-15,0 0-13 16,0 8 7-16,0-6 18 15,0 1 8-15,0-3 10 16,2 0 1-16,4 0-18 16,9 0-8-16,-3 0-5 15,3 0-13-15,8 0-8 16,-3 0 0-16,-3 0-6 16,5 0-17-16,-7 0-14 15,-3 0-16-15,5 0-41 16,-9 1-76-16,-4 1-54 15</inkml:trace>
  <inkml:trace contextRef="#ctx0" brushRef="#br0" timeOffset="175076.08">5639 8542 256 0,'0'0'218'16,"0"0"-163"-16,0 0 51 16,0 0-38-16,0 0-48 15,0 0 15-15,0 0 11 16,0 0-5-16,6 0-12 16,1 0 2-16,1 0 3 15,4 0-10-15,5 0-8 16,-5 0-6-16,3 6-7 15,5-5-1-15,-5 3-2 0,7-1-27 16,-7 3-85 0,-3-1-79-16,-1 1-461 0</inkml:trace>
  <inkml:trace contextRef="#ctx0" brushRef="#br0" timeOffset="176747.45">6478 7924 182 0,'0'0'332'0,"0"0"-245"15,0 0 57-15,0 0-47 16,0 0-49-16,0 0-7 16,-2 0-11-16,2-7-9 15,6 2 4-15,1-3-18 16,5 5 0-16,0 3-7 15,1 0-4-15,1 0-4 16,3 3-5-16,-1 14 8 16,-3 1 1-16,-7 3-10 15,0 0 7-15,-6 2-8 16,0-1 3-16,0-4 12 0,0-2 0 16,-12-1-2-1,2-4-6-15,-3-1 0 0,1-4-1 16,1-2 4-16,3-1 5 15,-2-1 0-15,1-2-2 16,3 0 2-16,2 0-2 16,4 0-13-16,0 0-11 15,0 0-8-15,0 0-32 16,0 0 4-16,6 0 32 16,5 0-9-16,1-2 9 15,1 2 9-15,-3 0 9 16,2 0 2-16,-3 5-7 15,1 5 10-15,-2 1 7 16,2 2 1-16,-7-1-1 16,1 3 7-16,-4-2-5 0,0 0 8 15,0-2 5-15,0 1-11 16,-7-6 12-16,1 2 4 16,-4-2 1-16,-2 0 4 15,-1-2 6-15,-3-1 6 16,3 2-3-16,-1-1-3 15,1-1-2-15,-5-1-1 16,5-2-14-16,1 0 5 16,-3 0-11-16,3 0 3 15,6-2-11-15,0-2-9 16,4-3-52-16,2 2-25 16,0 0-96-16,0-2-95 0</inkml:trace>
  <inkml:trace contextRef="#ctx0" brushRef="#br0" timeOffset="178180.77">6898 8037 5 0,'0'0'369'0,"0"0"-333"15,0 0 33-15,0 0 4 16,0 0-52-16,0 0 10 15,0-4 4-15,0 4-21 0,0 0-1 16,0 0 9 0,0 8-1-16,0 2 4 0,0 7-14 15,0 1-1-15,0-1 2 16,-2 7 7-16,-4-1-7 16,2 2 1-16,-5 1 13 15,3-3-15-15,0-4-8 16,2-4-3-16,2-1-26 15,-2-8-77-15,4-6-112 16,0 0-126-16</inkml:trace>
  <inkml:trace contextRef="#ctx0" brushRef="#br0" timeOffset="178526.15">6871 8024 289 0,'0'0'92'15,"0"0"-59"-15,0 0 47 16,0 0-20-16,0 0-15 15,0 0 5-15,50-22-24 16,-28 19-6-16,-1 0 6 0,2 1-10 16,-2 0-11-16,1 2-5 15,1 0 0-15,-9 0 0 16,-1 0-2-16,-3 0-24 16,-2 0-30-16,-3 0-19 15,-1 4-25-15,-4 0 37 16,0 1-46-16</inkml:trace>
  <inkml:trace contextRef="#ctx0" brushRef="#br0" timeOffset="178836.95">6884 8143 225 0,'0'0'159'0,"0"0"-85"16,0 0 22-16,0 0-33 16,0 0-2-16,0 0-22 15,93 0-16-15,-71 0-9 16,1 0-1-16,-4 0-11 15,-1 0-2-15,-3 0-6 0,-3 0-34 16,0 5-49 0,-3-2-20-16,-9 2-33 0,0-1-125 15</inkml:trace>
  <inkml:trace contextRef="#ctx0" brushRef="#br0" timeOffset="179116.73">6879 8269 315 0,'0'0'75'16,"0"0"10"-16,0 0 16 15,0 0-56-15,0 0 13 16,0 0-19-16,77-8-9 16,-56 8-10-16,-3 0-16 15,3 0-3-15,-1 0-1 16,3 0-40-16,-4 0-132 16,-1 0-247-16</inkml:trace>
  <inkml:trace contextRef="#ctx0" brushRef="#br0" timeOffset="179485.63">7297 8038 200 0,'0'0'213'0,"0"0"-166"16,0 0 75-16,0 0-47 0,0 0-55 16,0 0-13-16,0 14 25 15,0 4-4-15,0 1 4 16,0 3-5-16,0 2-10 15,0 3 18-15,-2-2-11 16,-6 1 3-16,6-2-3 16,-3-8-18-16,3-3-6 15,2-5-20-15,0-7-110 16,0-1-148-16,0-1-201 16</inkml:trace>
  <inkml:trace contextRef="#ctx0" brushRef="#br0" timeOffset="179792.92">7169 8026 343 0,'0'0'86'15,"0"0"-27"-15,0 0 91 16,0 0-55-16,0 0-33 16,0 0 11-16,35 0-20 15,-14 0-5-15,-3 0-9 16,5 0-23-16,2 0-3 16,0 0-11-16,-3 0-2 0,3 2-24 15,-6 4-31-15,-1 4-49 16,-1-2-21-16,-5 1 19 15,-6 0-164-15</inkml:trace>
  <inkml:trace contextRef="#ctx0" brushRef="#br0" timeOffset="180124.2">7152 8316 267 0,'0'0'173'0,"0"0"-117"15,0 0 73-15,0 0-27 16,0 0-42-16,0 0 14 15,54 0-9-15,-35 0-10 16,3 1-5-16,-1 1-9 16,2-2-24-16,-1 0-7 15,-1 0-10-15,-2-2-2 16,3-5-33-16,-3-4-71 0,-2 3-95 16,-9 3-132-1</inkml:trace>
  <inkml:trace contextRef="#ctx0" brushRef="#br0" timeOffset="180609.4">7595 8252 391 0,'0'0'94'16,"0"0"-26"-16,0 0 51 15,0 0-65-15,0 0-17 16,0 0-22-16,-42-6-15 15,34 22 0-15,-2 5 7 16,-3 6-7-16,7 2 2 16,4-1 2-16,2-4-3 15,0-8 1-15,0-5-1 16,14-8 5-16,3-3 4 16,2 0 21-16,3-11 2 0,-3-7-27 15,0-3-3 1,-7-2 2-16,-4 3-3 0,3-1 0 15,-11 3 5-15,0 0 0 16,0 1 6-16,0 6-1 16,-17 1 14-16,-2 4-23 15,-7 5-3-15,-8 1-22 16,3 1-91-16,-2 13-158 16</inkml:trace>
  <inkml:trace contextRef="#ctx0" brushRef="#br0" timeOffset="181758.46">6398 8567 18 0,'0'0'321'15,"0"0"-264"-15,0 0 42 16,0 0-7-16,0 0 0 16,0 0-10-16,87-5-22 15,-71 1-2-15,-1 1-12 16,3 1-11-16,9 2-8 15,-6-4-2-15,4 3-11 16,3-2-5-16,3 0 9 16,7 1-3-16,-3-2-5 15,-4 2 5-15,-2 0-10 16,-4 2-1-16,-1 0 3 16,-1 0 2-16,-4 0 8 0,-1 0-9 15,1-1 7-15,4-3-1 16,-3-1-2-16,3 2-8 15,0 1-1-15,-3-1-1 16,3 3 0-16,-4 0 0 16,-1 0-3-16,-1 0 2 15,2 0 0-15,-1 0-1 16,-3 0 1-16,1 0-1 16,3 0 1-16,-1 0-1 15,-1 0 0-15,2 0 3 16,-5 0-3-16,-2 0-1 15,5 0-1-15,-5 0-2 16,1 0 3-16,-1 4 0 16,-2-1-1-16,5 0 1 15,1-2 1-15,1-1-1 0,2 0-1 16,-1 0-1-16,1 0 2 16,-5 0-1-16,3 0-2 15,-5 0 4-15,-1 0-5 16,-3 0 0-16,-2 0 1 15,0 2 1-15,-2-2 3 16,5 1 0-16,1-1-1 16,2 0-1-16,7 0 1 15,-7 0 0-15,5-6 1 16,-5 3-4-16,1 1 1 16,-7-1 2-16,2 3-5 0,-4 0-5 15,3 0 1-15,3 0 6 16,-4 0 3-16,2 0 0 15,3 0 0-15,-5 0-6 16,2 0 6-16,2 0 0 16,-1 0 0-16,-5 0 0 15,-2 0 1-15,2 0-4 16,-4 0 2-16,0 0-1 16,0 0-18-16,0 0-73 15,-4 0-199-15</inkml:trace>
  <inkml:trace contextRef="#ctx0" brushRef="#br0" timeOffset="183406.2">7144 8728 9 0,'0'0'406'0,"0"0"-387"16,0 0 69-1,0 0 0-15,0 0-39 0,0 0 7 16,2-12 20-16,-2 12-5 16,0 0-15-16,0 0-1 15,0 0-8-15,0 0-15 16,0 0-16-16,0 0 0 15,0 0-7-15,0 0-8 16,0 6 3-16,0 10 7 16,0 2-7-16,-2 1 1 15,-10 4-3-15,1 0-1 16,-1 3 1-16,1-2-2 0,-3 0-1 16,4-3 0-1,1-3-5-15,3-2-6 0,0-3-1 16,0-3-2-16,2 1 5 15,2-6 3-15,2 1 4 16,0-3 0-16,0 0 1 16,0-1-3-16,0-2 1 15,0 0-4-15,0 0-1 16,2 0 9-16,10 0 0 16,0-2 13-16,5-6-3 15,-3-1 0-15,9 1-9 16,-6 1 1-16,-3 1-1 15,5 4 0-15,-3-1-1 16,1 3 0-16,-3 0 2 16,3 0-2-16,-5 0-2 0,1 0 2 15,-5 1 0-15,2 3-2 16,-8 1 1-16,3-4-3 16,-3 2-19-16,2 1-34 15,-4-3-39-15,0-1-43 16,0 0-41-16,0 0-34 15</inkml:trace>
  <inkml:trace contextRef="#ctx0" brushRef="#br0" timeOffset="183806.28">7254 8846 427 0,'0'0'91'0,"0"0"-3"16,0 0-8-16,0 0-48 0,0 0-3 16,0 0 11-16,-13 32 11 15,9-14-9-15,2 2-2 16,-2 6 4-16,-2 3-17 16,-1 3 7-16,1 2-7 15,4-1-10-15,-4 0-7 16,2-3-7-16,4-8-3 15,0-7-20-15,0-13-137 16,4-2-269-16</inkml:trace>
  <inkml:trace contextRef="#ctx0" brushRef="#br0" timeOffset="184459.42">8056 8521 674 0,'0'0'219'0,"0"0"-81"15,0 0 23-15,0 0-78 0,0 0-40 16,0 0-4-1,0 1-22-15,0-1-17 16,0 0-1-16,0 3-15 0,0-1-58 16,0-2-143-1,0 0-661-15</inkml:trace>
  <inkml:trace contextRef="#ctx0" brushRef="#br0" timeOffset="185948.33">8541 8272 396 0,'0'0'62'16,"0"0"48"-16,0 0-8 0,0 0-46 15,0 0-5-15,0 0-17 16,-14-22-5 0,10 22-5-16,-2 0-7 0,-1 0-9 15,-1 0-7-15,-2 0-1 16,4 4-2-16,-5 8-3 16,3 4 3-16,-4 1 2 15,5 7 3-15,-5 1 2 16,6 1-2-16,-5 5 1 15,3 0-1-15,4 1 5 16,4-2 2-16,0-3-1 16,0-4 0-16,4-5-4 15,15-7-2-15,-1-4 5 16,3-6-8-16,8-1 8 16,-4 0-7-16,0-12 9 0,-3-5-6 15,-3-2-4-15,-1 0-1 16,-1-4-12-16,-9 1 3 15,-2-4 7-15,-1 0 3 16,-5-2 4-16,0 2-1 16,0 2 0-16,-7 0-6 15,-5 4 8-15,-5-1-10 16,3 6 1-16,-3 2 4 16,1 1-3-16,8 3 3 15,-5 4 0-15,3 5 0 16,2 0-4-16,-3 0-3 15,3 5-10-15,-2 14-14 16,-3 2 9-16,3 3-55 0,4 0-55 16,-2 1-129-16</inkml:trace>
  <inkml:trace contextRef="#ctx0" brushRef="#br0" timeOffset="186370.93">8758 8591 416 0,'0'0'31'0,"0"0"3"15,0 0 52-15,0 0-43 16,0 0 10-16,0 0 1 0,0 86-16 16,0-58 3-16,0-2-19 15,-6 0-16-15,6-4-6 16,0-4-59-16,0-10-193 16,0-8-235-16</inkml:trace>
  <inkml:trace contextRef="#ctx0" brushRef="#br0" timeOffset="187057.66">9037 8367 226 0,'0'0'166'0,"0"0"-152"16,0 0 45-16,0 0-6 16,0 0-27-16,0 0 16 15,-43-2-1-15,37 2-15 16,2 2-7-16,-5 11-7 16,3 6 5-16,-4-3 3 15,4 5 0-15,-1 0 0 16,3 1 4-16,4 2-13 15,-2 0 2-15,2-3-5 16,0-1-5-16,0-1 1 16,9-5-1-16,7 3-2 15,1-8-1-15,1 0 9 16,-3-5-1-16,7-4-1 0,-5 0 4 16,2 0 0-1,-5-8 1-15,9-8 0 0,-5-5-3 16,1-1-6-16,-7-3 2 15,-1-1-5-15,-5 1 0 16,-6-3-5-16,0 0 4 16,0 0-3-16,-12 2-4 15,-5 1 2-15,0 7 3 16,3 3-7-16,-5 6 9 16,7 3-4-16,-5 3 4 15,3 3 0-15,4 0-3 16,-7 3-18-16,5 9-9 15,3 4-45-15,3-2-31 16,2 1-90-16,4-3-236 0</inkml:trace>
  <inkml:trace contextRef="#ctx0" brushRef="#br0" timeOffset="187804.41">9445 8335 355 0,'0'0'23'0,"0"0"72"15,0 0-17-15,0 0-43 0,0 0-4 16,0 0 8-1,-27-15-15-15,16 15-3 16,5 0-4-16,0 0 1 0,-4 8-9 16,1 7-6-16,-1 1-1 15,2 3 0-15,-2 2-2 16,1 1 0-16,3 1 6 16,2-2 7-16,2-3 12 15,2-1-7-15,0 0-6 16,0-4-7-16,0 2 4 15,6-4 5-15,2 0-6 16,9-1 3-16,-5 0 9 16,3 1 4-16,-3-3 15 15,5-2-37-15,-1-3 7 16,-1-3-3-16,1 0 2 0,-1-4-6 16,1-9 5-1,1-8-3-15,-9 2 5 0,4 0-6 16,-5-2-2-16,-1 1 0 15,-6 1 7-15,0-1-8 16,0 1 2-16,0 0 2 16,0-1-4-16,0 3-1 15,-8 0-5-15,-5 2 6 16,3 5 0-16,-3-1 0 16,-3 8-3-16,3 0 1 15,1 3 2-15,-7 0-9 16,5 6-22-16,-7 11-19 0,3 5-24 15,3 1-77-15,-3 3-81 16</inkml:trace>
  <inkml:trace contextRef="#ctx0" brushRef="#br0" timeOffset="188749.55">9796 8269 256 0,'0'0'4'0,"0"0"28"15,0 0 2-15,0 0-5 16,0 0-5-16,0 0 10 16,60-45 5-16,-48 43-13 0,-1 0-4 15,1 0 17-15,1 2-20 16,-1 0-5-16,-4 0-7 15,3 0-7-15,-5 0 0 16,0 6 8-16,-4 7-2 16,-2 0 33-16,0 0-23 15,0 2 17-15,0 1-17 16,-6 1 3-16,-2 0 1 16,-5 2-9-16,-3-1-2 15,3-2-5-15,-5 2-3 16,-1-2-1-16,2-3-1 0,-1 0-4 15,3 1-13 1,-3-1 4-16,3-1 6 0,3 2-6 16,0-4 13-16,3 0 0 15,3 0-1-15,2 0 0 16,4-2 2-16,0 1-1 16,0-4 0-16,0 1-2 15,0-4 3-15,10 1 4 16,3-2 20-16,-1 1 14 15,3-1 2-15,5-1-5 16,1 2 3-16,-3-2-19 16,1 0-18-16,2 0 6 15,-7 0-7-15,-1 0-22 16,-1 1-51-16,0-1-51 16,-5 0-52-16,-1 0-97 0</inkml:trace>
  <inkml:trace contextRef="#ctx0" brushRef="#br0" timeOffset="189121.18">9765 8302 383 0,'0'0'59'16,"0"0"-6"-16,0 0 56 15,0 0-50-15,0 0-8 16,0 0-4-16,43 72 0 15,-30-53-4-15,-1 1 14 16,5 0-22-16,-3-3-15 16,3 6-14-16,1-4-6 15,-1 3-1-15,-5 3 1 16,1-2-31-16,-5-3-69 0,2-4-21 16,-8-13-181-1</inkml:trace>
  <inkml:trace contextRef="#ctx0" brushRef="#br0" timeOffset="189894.48">10166 8159 243 0,'0'0'64'16,"0"0"24"-16,0 0-46 16,0 0 3-16,0 0 13 15,0 0 6-15,60 26-10 16,-45-24-20-16,1-2-14 16,3 0 1-16,-1 0-12 15,1 0-9-15,-1 0 0 16,-1 0 0-16,0 0-9 15,-5 0 1-15,-4 0-13 0,-2 0-11 16,-1 0 5-16,-3 0 13 16,-2 0 13-16,0 0 1 15,0 0 13-15,-2 0-1 16,-9 1-9-16,3 9 1 16,-4 0 5-16,-1 6 21 15,3-3-1-15,-7 3-3 16,9 5 10-16,-2 2 8 15,1 3-16-15,-3-1-4 16,2 5-1-16,-3 2-3 16,1-2-5-16,-1 1 6 15,-3-2-5-15,8-2-8 16,-3-3-7-16,5-5-1 0,4-4-2 16,2-6-39-1,0-5-97-15,0-4-86 0,0 0-175 16</inkml:trace>
  <inkml:trace contextRef="#ctx0" brushRef="#br0" timeOffset="190196.34">10131 8389 401 0,'0'0'58'0,"0"0"44"16,0 0 69-16,0 0-77 16,0 0-2-16,0 0-24 15,66 10 1-15,-47-10-30 16,6 0-15-16,1 0-14 15,1 0-10-15,2-6-11 16,-4 2-82-16,-2 2-131 16,-9 2-199-16</inkml:trace>
  <inkml:trace contextRef="#ctx0" brushRef="#br0" timeOffset="192141.86">10668 8342 257 0,'0'0'74'0,"0"0"-10"0,0 0-12 16,0 0 26-16,0 0-10 15,98-28-5-15,-84 25-20 16,-2 3-5-16,3 0-29 16,-3 0-9-16,-3 0-9 15,-3 5-115-15,-6 2-121 16</inkml:trace>
  <inkml:trace contextRef="#ctx0" brushRef="#br0" timeOffset="192389.16">10730 8415 279 0,'0'0'84'16,"0"0"20"-16,0 0-2 15,0 0-46-15,0 0 12 16,0 0-39-16,89 0-24 16,-70 3-5-16,2 2-3 15,-5-2-134-15,1-3-152 16</inkml:trace>
  <inkml:trace contextRef="#ctx0" brushRef="#br0" timeOffset="-181197.64">11599 8087 514 0,'0'0'139'0,"0"0"-123"0,0 0 90 16,0 0-67-16,0 0-37 15,0 0 10-15,0 0-2 16,0 0-5-16,29-35 2 16,-23 32 5-16,4-1-2 15,-2 3-4-15,-1 1-6 16,-1 0-1-16,0 0-6 16,-2 3-3-16,2 8-7 15,-6 6 17-15,0-1 4 16,-6 2-4-16,-6 0-3 15,-5 3 2-15,-1-2-4 16,-5 2-2-16,2-1-7 16,-2-1 3-16,3-2-8 0,-3-4 10 15,0 1-6-15,5-3 9 16,3-4 4-16,3-2 4 16,4-1-2-16,1-3 0 15,5-1 0-15,2 0 3 16,0 0 0-16,0 0-3 15,0 0-13-15,0 0-7 16,0 3 16-16,9 0 4 16,1 2 6-16,6-1 12 15,-1-4 1-15,3 2 12 16,5 1-4-16,0 1-2 16,-2-1-13-16,1 5-8 0,-3 0-4 15,0-3 0-15,-3 3-22 16,-1-4-26-16,-5 0-71 15,2-2-75-15,-6-2-73 16</inkml:trace>
  <inkml:trace contextRef="#ctx0" brushRef="#br0" timeOffset="-180544.36">11938 8028 142 0,'0'0'271'0,"0"0"-267"0,0 0 68 16,0 0 1-16,0 0-36 15,0 0 44-15,16 0-11 16,-3 2-24-16,-1 2 2 16,2-2-15-16,7-2-12 15,6 0-8-15,4 0-5 16,4-6-7-16,2-3 4 16,-6 1-5-16,-2 0 0 15,-12 3-18-15,-5 5-10 16,-10 0 2-16,2 0 12 15,-4 0 14-15,0 0 17 0,-4 10-7 16,-10 6-3-16,-3 5 0 16,-3 0-6-16,-3 2 0 15,0 5 1-15,-2 1 5 16,7 3 8-16,-1-3-3 16,3 3 2-16,3-2 6 15,5-4-6-15,2-3-5 16,0-5-9-16,1-4-3 15,5-4-20-15,-2-2-19 16,2-5-32-16,0-3-53 16,0 0-81-16,0 0 33 15</inkml:trace>
  <inkml:trace contextRef="#ctx0" brushRef="#br0" timeOffset="-180145.18">11979 8190 492 0,'0'0'34'0,"0"0"104"16,0 0-27-16,0 0-81 0,0 0 19 16,0 0-5-16,0 0-35 15,0 0-4-15,0 0 26 16,0 5 13-16,0-1-11 16,6 2 2-16,2 1-6 15,3-2-11-15,1 0 0 16,1-3-3-16,3 0-6 15,3-1-2-15,-5-1-1 16,9 0 0-16,-7 0-6 16,-1 0-12-16,-9 0-22 15,4 0-37-15,-10 0-82 16,0 0-168-16</inkml:trace>
  <inkml:trace contextRef="#ctx0" brushRef="#br0" timeOffset="-158188.12">12442 8086 442 0,'0'0'40'15,"0"0"40"-15,0 0 35 16,0 0-83-16,0 0 6 16,0 0 17-16,0 0 3 0,0 0-7 15,-2 0 0 1,2 0-6-16,0-3-17 16,0-1-17-16,0 0-11 0,0-2-1 15,0-2 1-15,2-2-1 16,4 3-5-16,5-4 1 15,-1 2 0-15,-2 0 2 16,2 0-1-16,-1 3 1 16,-3 2-1-16,4-1 4 15,-4 2 0-15,1 3-4 16,-1 0 0-16,0 0-9 16,2 0 4-16,1 0-2 15,-3 4-9-15,-4 3-9 16,8 0 26-16,-8 2 3 15,-2 0 0-15,4 0-1 0,-4 5 1 16,0-3 4-16,0 1-1 16,0 4-1-16,-10-2-1 15,2 1-1-15,-7 2 0 16,1-1-2-16,1-1-7 16,-3-1 3-16,1 2-9 15,3-2 10-15,-4-1-10 16,-1-1-11-16,3-1 7 15,1-2 11-15,1 0 5 16,1-1 3-16,3-5 0 16,4-1 0-16,-2 1 0 15,4-2 0-15,2 1 0 0,0 0 0 16,0-1-2-16,0 0 1 16,0-1-1-16,0 2 2 15,0-2 1-15,0 3 0 16,0-1 6-16,2 4 1 15,4-4 10-15,4 1-2 16,5 4 10-16,1-2 1 16,3-2-10-16,0 3 5 15,-1 0-13-15,1 0 3 16,-3 1-7-16,-3-2-4 16,1 0 1-16,-4 2-1 15,1-1-2-15,-3 0-3 16,-2-3-2-16,-2 1-14 0,3-1-22 15,-7 0-51 1,2 0-69-16,2-3-92 0</inkml:trace>
  <inkml:trace contextRef="#ctx0" brushRef="#br0" timeOffset="-157506.02">12454 8094 300 0,'0'0'110'16,"0"0"-51"-16,0 0 48 15,0 0-63-15,0 0-18 16,0 0 18-16,0-3-11 16,5 3-2-16,-5 0 2 15,0 0-1-15,4 0 10 16,-4 0-1-16,2 0-11 15,4 0-1-15,0 0 3 16,-2 5-12-16,9 4-3 16,-7 3-1-16,2-1-1 15,2 4-5-15,-1-2-6 0,1 3 3 16,-2-1-4-16,3-1 5 16,-1-2-2-16,-2 1 2 15,3-1 0-15,-5 0 0 16,0 0 1-16,2 0 2 15,-1 0-6-15,-3 1-4 16,2 2 6-16,-4-4-6 16,2 0-1-16,2-3 0 15,-6 0-10-15,2-4-37 16,2 0-62-16,1-1-115 16,-5-3-142-16</inkml:trace>
  <inkml:trace contextRef="#ctx0" brushRef="#br0" timeOffset="-156993.82">12779 8272 333 0,'0'0'155'0,"0"0"-102"16,0 0 50-16,0 0-87 15,0 0-12-15,0 0 27 0,0 3 5 16,0 6-3-1,0 5 12-15,0 4 6 0,0 2-5 16,0 3-19-16,0 1-1 16,0-2-7-16,0-2-10 15,0-1-9-15,-4-10 0 16,4 1-26-16,0-5-47 16,0-5-69-16,0 0-149 15</inkml:trace>
  <inkml:trace contextRef="#ctx0" brushRef="#br0" timeOffset="-156223.94">13046 8015 62 0,'0'0'344'0,"0"0"-282"16,0 0 67-16,0 0-37 16,0 0-35-16,0 0 5 15,0 0-13-15,0-2-26 16,0 2-10-16,0 0-10 15,0 6 18-15,0 3 10 16,0 1-9-16,0 3 1 16,0 2-2-16,-7 1-4 0,3 2 0 15,-2-1-6 1,0 1-2-16,0-2-5 0,-5 2-4 16,9-3 3-16,-4 0-3 15,0-2 0-15,0-1-1 16,2-1 0-16,1-2 0 15,-1-1-1-15,4-3 0 16,-2-1-2-16,2-2-4 16,0-2-3-16,0 0-4 15,0 0 2-15,2 0 4 16,9 0 9-16,3 0 5 16,3 0 10-16,1 0-5 15,-1-1-2-15,-3 0 1 0,3-3-2 16,-5 1-4-1,5 3-2-15,-3 0-1 0,-1 0 6 16,-1 0-5-16,0 0-1 16,-1 0-6-16,-5 7 5 15,2-2-20-15,-2 0 20 16,-1-2-36-16,-1-2 2 16,-4-1-43-16,0 2-43 15,0-2-20-15,0 0 15 16,0 0-54-16</inkml:trace>
  <inkml:trace contextRef="#ctx0" brushRef="#br0" timeOffset="-155839.65">13188 8156 370 0,'0'0'79'16,"0"0"44"-16,0 0-9 16,0 0-78-16,0 0-4 15,0 0 0-15,-2 0-12 16,2 3 7-16,-6 7 47 0,6 2-18 15,-4 6-10-15,2 1-7 16,-4 6-14-16,-1 1-2 16,1 2 7-16,-4 0-1 15,4 1-8-15,-3 0-4 16,3-4 2-16,0-2-2 16,2-2-17-16,4-2-3 15,0-4-14-15,0-1-57 16,0-5-121-16,0-8-226 15</inkml:trace>
  <inkml:trace contextRef="#ctx0" brushRef="#br0" timeOffset="-155053.78">13852 7976 273 0,'0'0'210'0,"0"0"-151"16,0 0 87-16,0 0-73 16,0 0-41-1,0 0 3-15,0 5-3 0,0 13 34 16,0 7-10-16,0 5 0 16,0 7-21-16,-17 2-6 15,5 4-9-15,-7 1-9 16,3-3-6-16,3-2-5 15,7-13-27-15,6-6-37 16,0-15-83-16,4-5-126 16,15-6-52-16</inkml:trace>
  <inkml:trace contextRef="#ctx0" brushRef="#br0" timeOffset="-154670.48">13982 8111 285 0,'0'0'290'16,"0"0"-272"-16,0 0 97 15,0 0-89-15,0 0-21 16,-87 37 13-16,75-29 0 16,-5 0-10-16,5 0 0 15,-1-3-1-15,3 0-4 16,4 0-3-16,-2-2-4 0,3 0-7 15,-3 2 4-15,4-4 4 16,-2 3 3-16,4 1 0 16,-2-4 9-16,2 2 0 15,2-2-6-15,0 3-3 16,0 3 0-16,8-5 0 16,4 2 6-16,5 4 2 15,1-2 8-15,1 2-8 16,0 3 1-16,-3 0 0 15,-1 1-9-15,1 1-9 16,-5 2-34-16,-3-6-37 16,2-3-79-16,-4-1-96 15</inkml:trace>
  <inkml:trace contextRef="#ctx0" brushRef="#br0" timeOffset="-154361.04">14073 8103 208 0,'0'0'398'0,"0"0"-380"16,0 0 105-16,0 0-110 0,0 0-1 15,0 0 13-15,6 42 22 16,-6-12-22-16,0 3-1 16,-6 3-4-16,0-2-9 15,-3-1-2-15,5-8-9 16,2-5-4-16,2-6-53 16,0-10-62-16,0-4-78 15,2 0-6-15</inkml:trace>
  <inkml:trace contextRef="#ctx0" brushRef="#br0" timeOffset="-154085.09">14073 8089 218 0,'0'0'371'16,"0"0"-329"-16,0 0 73 15,0 0-103-15,0 0 8 16,0 0 21-16,41 37-7 16,-22-20-4-16,0 3 0 15,-1 1-8-15,-1 0-1 16,-5 0-6-16,5 3-15 16,-5-5 0-16,0-4-40 15,1-2 14-15,-5-9-104 16,4-4-15-16,-1 0-46 15,-3-2-173-15</inkml:trace>
  <inkml:trace contextRef="#ctx0" brushRef="#br0" timeOffset="-153815.68">14313 8013 368 0,'0'0'79'15,"0"0"-18"-15,0 0 66 0,0 0-74 16,0 89-17-16,0-59 31 16,0 5-22-16,-11 3-17 15,-1 5 6-15,-5-2-13 16,-1-2-15-16,12-5-6 15,-3-7-55-15,9-9-52 16,0-6-149-16</inkml:trace>
  <inkml:trace contextRef="#ctx0" brushRef="#br0" timeOffset="-152803.6">14410 8418 384 0,'0'0'32'0,"0"0"46"16,0 0 1-16,0 0-49 15,0 0 10-15,0 0 10 16,0-82-10-16,2 69-10 15,2-1-4-15,2-1 3 16,0-1-16-16,1 3 0 16,1 1-6-16,2 2 3 15,-8-1-6-15,9 3-1 16,-5 4-2-16,0-3-1 16,0 6 1-16,-4-3-1 15,3 3 0-15,-1 1-1 0,-4 0-4 16,2 0-2-1,2 5 7-15,-2 7 2 0,2 4 7 16,-2 1-5-16,-2 3-2 16,0 2 1-16,0 2-3 15,0-3-2-15,-2-2 2 16,-4-2 2-16,-4 0 0 16,3-9-2-16,3 0-2 15,2-5-4-15,2-3-5 16,0 0-3-16,0 0 4 15,0 0-2-15,0-9-11 16,0-5 16-16,2-3 4 16,9-2-28-16,-1 1 31 15,-2 2 1-15,5-2-1 0,-3 4-3 16,2 1 2-16,1 4 1 16,-5 2-1-16,2 3 0 15,-4 3 1-15,5 1-2 16,-5 0 2-16,0 0 5 15,0 12-5-15,-4 1 10 16,3 2 15-16,-5 2-9 16,0 0 23-16,0 0-32 15,0 2 16-15,-5-5-17 16,-3-3 15-16,2-4-14 16,2-7-2-16,4 0 6 15,0 0-11-15,0-4-1 16,0-11-43-16,0-3 11 15,4-2-1-15,4 0 14 0,5-3 0 16,-1 7-15-16,5 4 34 16,-5-1 0-16,0 7-1 15,-1 2 2-15,-3 4 0 16,2 0 3-16,-3 0 1 16,-5 2 19-16,4 10 21 15,-2 3-11-15,-2 2 22 16,2 3-12-16,-2-3-18 15,2 0-9-15,-4 2-1 16,0-3-15-16,0 0-57 16,0-11-211-16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  <inkml:channel name="T" type="integer" max="2.14748E9" units="dev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5.68611" units="1/deg"/>
          <inkml:channelProperty channel="T" name="resolution" value="1" units="1/dev"/>
        </inkml:channelProperties>
      </inkml:inkSource>
      <inkml:timestamp xml:id="ts0" timeString="2021-01-12T08:46:24.600"/>
    </inkml:context>
    <inkml:brush xml:id="br0">
      <inkml:brushProperty name="width" value="0.05292" units="cm"/>
      <inkml:brushProperty name="height" value="0.05292" units="cm"/>
    </inkml:brush>
    <inkml:brush xml:id="br1">
      <inkml:brushProperty name="width" value="0.05292" units="cm"/>
      <inkml:brushProperty name="height" value="0.05292" units="cm"/>
      <inkml:brushProperty name="color" value="#FF0000"/>
    </inkml:brush>
    <inkml:brush xml:id="br2">
      <inkml:brushProperty name="width" value="0.05292" units="cm"/>
      <inkml:brushProperty name="height" value="0.05292" units="cm"/>
      <inkml:brushProperty name="color" value="#0070C0"/>
    </inkml:brush>
    <inkml:brush xml:id="br3">
      <inkml:brushProperty name="width" value="0.05292" units="cm"/>
      <inkml:brushProperty name="height" value="0.05292" units="cm"/>
      <inkml:brushProperty name="color" value="#00B050"/>
    </inkml:brush>
  </inkml:definitions>
  <inkml:trace contextRef="#ctx0" brushRef="#br0">1166 4068 312 0,'0'0'118'16,"0"0"-34"-16,0 0 55 16,0 0-44-16,0 0-48 15,0 0 14-15,0 0-12 16,0-2-4-16,0 2-8 15,0 0-4-15,0 0-10 16,0 0 2-16,0 0-7 16,0 0-13-16,0 2 2 15,0 9 12-15,0 6-11 16,0 3-4-16,-2 5-1 16,-4 6-2-16,1-1 0 15,-1 5-1-15,0-4 0 0,0-2 0 16,4-3 0-16,-2-2-1 15,2-3-7-15,-3-3-8 16,3-5-6-16,-2-1-18 16,2-2-28-16,-2-5-17 15,0-5-34-15,2 0-101 16,2-8-115-16</inkml:trace>
  <inkml:trace contextRef="#ctx0" brushRef="#br0" timeOffset="433.91">1145 4046 381 0,'0'0'126'16,"0"0"-88"-16,0 0 80 16,0 0-51-16,0 0-48 15,0 0 20-15,2 0 1 0,2 5-9 16,3 6 6-16,-1 1 5 15,-4-3-21-15,8 3-7 16,-2 0 15-16,-1 3-17 16,9 2-7-16,-3-1 9 15,-1 4-3-15,0 2-2 16,1-2-8-16,-1-3 2 16,-1-2-3-16,-3 1-1 15,0-10-8-15,-2 2-33 16,-4-3-53-16,-2-2-138 15,0-3-139-15</inkml:trace>
  <inkml:trace contextRef="#ctx0" brushRef="#br0" timeOffset="846.15">1366 3978 562 0,'0'0'33'0,"0"0"46"15,0 0 33-15,0 0-81 16,0 0-8-16,0 0 0 16,-2 90-3-16,2-65 10 15,0-2-5-15,0 4-4 16,0 2-10-16,0-3 6 16,0 4 8-16,0-1-4 15,0 0-8-15,-4-4-4 16,2-1-5-16,-2-5-4 15,4-1-2-15,-2-3-28 16,-2-4-38-16,4-3-40 16,-2-3-69-16,-2-3-118 15</inkml:trace>
  <inkml:trace contextRef="#ctx0" brushRef="#br0" timeOffset="1546.39">1534 4265 63 0,'0'0'371'0,"0"0"-324"16,0 0 82-16,0 0-21 0,0 0-71 15,0 0 1-15,-42-8-11 16,36 8-19-16,0 0 4 16,0 9-9-16,0 1-2 15,2 8-1-15,1-1 0 16,-1 4 3-16,4 1-3 15,0 1 5-15,0-1 3 16,0-1-5-16,4-7-1 16,9-3-2-16,5-8-10 15,1-3 2-15,4 0-23 16,-3-8 20-16,3-11 11 16,-6-1 0-16,-5-1-2 15,-4 2-4-15,-3 3 6 0,-3 0 0 16,-2 3 3-16,0 0-1 15,0 6 12-15,-2 1 5 16,-5 2-2-16,-5 1 8 16,6 3 0-16,-5 0-14 15,5 0-2-15,-6 0-9 16,8 0-3-16,-3 0-6 16,5 0 0-16,2 0-12 15,0 7-39-15,0-1-64 16,0 0-114-16</inkml:trace>
  <inkml:trace contextRef="#ctx0" brushRef="#br0" timeOffset="2533.61">1753 4258 168 0,'0'0'259'0,"0"0"-214"15,0 0 66-15,0 0-15 0,0 0-45 16,0 0-3-16,-25 4-16 16,21 3-11-16,-2 0-7 15,4 4-5-15,-2-1-3 16,-3 4 3-16,7-2 5 15,0 4 6-15,0-1-12 16,0 2 0-16,0-4 4 16,0-1-10-16,5-5-2 15,3-1-16-15,2-4-3 16,-4-2 9-16,3 0-8 16,1 0-8-16,0-6-7 0,-1-4 33 15,-3-7 16 1,0-1-9-16,0-1-3 0,0-6 0 15,1-1-2-15,-1-4-2 16,-2-4-4-16,2 2-7 16,-4-2-5-16,8 6 16 15,-7 2-8-15,1 7 3 16,-4 4 5-16,0 0 1 16,0 7-1-16,0 1 2 15,0 2-2-15,0 2 5 16,0 1-2-16,0 2 4 15,0 0-3-15,0 0 5 16,0 0-9-16,0 0-7 16,0 6 7-16,-4 5 2 15,4 1 2-15,0 3 6 0,-3 3 0 16,3 0 3-16,0 3-4 16,-4-1 8-16,4 5 7 15,0 1-7-15,0-2 4 16,0 3 0-16,0-1-1 15,0 0 1-15,0-4 0 16,0-3 2-16,0 1-4 16,4-4-8-16,3 1-4 15,3-2-1-15,-2-4-1 16,5-1-5-16,-1 1-12 16,0-5 0-16,5-1-14 15,-3-5-149-15,7-3-101 0</inkml:trace>
  <inkml:trace contextRef="#ctx0" brushRef="#br0" timeOffset="6087.41">1120 5104 162 0,'0'0'51'0,"0"0"-3"15,0 0-9-15,0 0-20 16,0 0 11-16,0 0-4 0,0 0-11 16,-14 0 2-1,14 0-3-15,-2 0 1 0,2 0-12 16,-4 0-3-16,4 0-7 15,0 0-10-15,0 0-32 16,0 0-37-16,0 0-87 16</inkml:trace>
  <inkml:trace contextRef="#ctx0" brushRef="#br0" timeOffset="6390.71">1120 5104 280 0</inkml:trace>
  <inkml:trace contextRef="#ctx0" brushRef="#br0" timeOffset="7286.88">1120 5104 280 0,'-20'-50'92'0,"20"46"6"0,0 2 14 0,0 1-25 0,0 0-7 15,0-2 4-15,0 3-25 16,0 0-15-16,0 0 7 16,0 0-16-16,0 0-6 15,0 0-10-15,0 0-4 16,0 0-1-16,0 0 2 16,0 0-11-16,0 0 5 15,0 0-10-15,0 3-3 16,0 5 3-16,0 5 11 15,0-1-3-15,-2 4-7 0,-5 2 1 16,1 0 2-16,2 3-3 16,-2 1-2-16,0-1 3 15,4 2-2-15,-3-7 0 16,3 0 0-16,-2 1 0 16,-2 1-1-16,6-5 1 15,-2 2-3-15,-2-6 0 16,4 1 0-16,0-1-3 15,-2-4 5-15,2 1 0 16,0-3 1-16,0-3-6 16,0 0 5-16,0 0-3 15,0 0-5-15,0 0 4 16,0 0-5-16,0-4 10 16,0-6 0-16,6-4 1 15,2 2 1-15,-2-5 0 0,5 4 2 16,-9 1-2-16,8 2-2 15,-4 0-4-15,1 3 4 16,-1 3-2-16,0-1-2 16,0 2-4-16,5-2 3 15,-5 4-2-15,2-2 2 16,4 3-5-16,-1 0-7 16,1 0 0-16,1 0 5 15,-5 0-3-15,2 0 5 16,-4 4 2-16,5 1-4 15,-5 1-2-15,0 0 3 16,-4 2 10-16,2 2 1 0,-2-3 5 16,-2 4-2-1,5-2 4-15,-5 3-6 0,0-2 1 16,0 1 3-16,0 3 4 16,0-3-2-16,0 4 5 15,-5 0-7-15,-1-1 3 16,-2-1 7-16,2-2-3 15,-5 0 4-15,5-5-4 16,-4 0-1-16,4-3 6 16,-3-1 2-16,-1-1 1 15,2-1-3-15,-3 0-3 16,-1 0 2-16,-2 0-8 16,1-6 4-16,-1 0-4 0,1-3-4 15,5 1 15 1,-2-2-12-16,1 1 1 0,-1 2 5 15,8 4-8-15,-2-2-1 16,2 2 2-16,2 3-4 16,-4 0-2-16,4 0-3 15,0 0 0-15,0 0-2 16,0 0-14-16,0-1-33 16,0-6-42-16,0 2-89 15,4-6-103-15,2 3-264 16</inkml:trace>
  <inkml:trace contextRef="#ctx0" brushRef="#br0" timeOffset="8615.08">1387 5270 274 0,'0'0'133'15,"0"0"-46"-15,0 0 50 0,0 0-41 16,0 0-43-16,0 0 0 16,-10-12-20-16,6 12 3 15,-3 0 5-15,7 0-3 16,-2 0-4-16,-2 0-14 16,-2 0-3-16,4 0-5 15,-4 0-12-15,-1 3 1 16,1 3 3-16,2 0-1 15,-2 6-3-15,4 1 2 16,-2 5 0-16,-2 0 2 16,3 3-2-16,3-4-1 15,0 0-1-15,0-5 0 16,0 1-4-16,9-6-8 16,1-3 2-16,5-4 4 0,1 0-10 15,3-1-10-15,-1-12-1 16,5-4 5-16,-8 0-2 15,1 2 9-15,-8-1-1 16,-1 1 4-16,-3 0 7 16,-2 5-5-16,-2-2 10 15,0 4 0-15,0 1 2 16,-2-1 1-16,-5 4 4 16,-5 1 2-16,6 2 5 15,-4 1-1-15,7 0 3 16,-1 0 2-16,4 0-18 15,-2 0-6-15,2 4 6 16,0 6 0-16,0 6 2 0,0 1 2 16,0 0-2-16,0-1 5 15,2 0-6-15,9-3 8 16,-3-2-7-16,2-3 7 16,-1-1-9-16,1-2-1 15,0-2 1-15,3-3 0 16,-5 0 0-16,-2 0-2 15,4 0-2-15,-1 0-1 16,-5-10 5-16,2-1-10 16,0-2 9-16,0 0-8 15,-4 0 0-15,3 2 2 16,-5 0 1-16,2 0-5 0,-2 1 11 16,4 2 0-1,-4 0 0-15,0 3-1 0,6-1 1 16,-2 0-3-16,4 3-17 15,-1-3 5-15,3 1 9 16,-2 2 6-16,3 1 0 16,-3 2-1-16,2-1 2 15,-2 1 1-15,-1 0-1 16,3 0 9-16,-4 0-9 16,0 0 3-16,-1 0-1 15,-3 0-2-15,2 0-1 16,-4 0 3-16,0 0 0 15,0 1 7-15,0 4 0 16,0 2-8-16,0-2 14 0,0 4-14 16,0 3-2-16,0-2 3 15,0 6-3-15,-6-1 2 16,1-1 1-16,-1 3-1 16,4-6-1-16,-2 2 0 15,4-4 5-15,0-2-1 16,0-2-5-16,0 0 0 15,0-4-2-15,0 2-17 16,6-3 8-16,7 0-21 16,-1 0-50-16,7 0 19 15,3-9-67-15,1-3-158 16</inkml:trace>
  <inkml:trace contextRef="#ctx0" brushRef="#br0" timeOffset="9139.66">1891 5231 180 0,'0'0'361'0,"0"0"-281"16,0 0 68-16,0 0-79 15,0 0-37-15,0 0 8 16,-22 5-21-16,15 1-12 15,1 5 19-15,4 1 2 0,-4 0 8 16,2 5-9-16,0-1-11 16,4-4 1-16,0 0 1 15,0-5-9-15,0-4-9 16,0 4-2-16,0-4-9 16,8-2-4-16,4-1-15 15,1 0-39-15,-5 0-9 16,4-7 43-16,-1-1 16 15,-3-2-18-15,-4 2 12 16,-2 2 25-16,2-1 0 16,-4 4 0-16,0 1 1 15,0 1 2-15,0 1 13 16,0-2 14-16,0 2 10 16,0 0 10-16,0 0 2 0,0 0-9 15,0 0-18-15,0 3 8 16,0 6-18-16,0-1 4 15,0 3 1-15,0-2-9 16,0 2-6-16,7-4-5 16,3-2 0-16,-2-3-19 15,3-2-31-15,-3 0-31 16,4 0-90-16,5-7 19 16,-5-3-142-16</inkml:trace>
  <inkml:trace contextRef="#ctx0" brushRef="#br0" timeOffset="9403.44">1838 5063 433 0,'0'0'367'16,"0"0"-355"-16,0 0 137 15,0 0-60-15,0 0-51 16,0 0-12-16,74 5-26 16,-51-5-2-16,2 0-97 0,-3 0-206 15</inkml:trace>
  <inkml:trace contextRef="#ctx0" brushRef="#br0" timeOffset="12069.81">1323 5997 374 0,'0'0'194'15,"0"0"-114"-15,0 0 43 16,0 0-55-16,0 0-38 15,0 0 17-15,0 0-17 16,-19-8 4-16,19 8 6 0,0 0-18 16,-2 0-6-16,-2 0-9 15,2 0-5-15,-6 9-2 16,2 6 0-16,4 8 2 16,-5-1 3-16,3 5-5 15,2-1 5-15,-2-5-4 16,4-2 7-16,0-7-1 15,0-4-1-15,0-5-6 16,4-3-3-16,4 0-2 16,3-2-3-16,1-13 8 15,-2-10 10-15,5-6-7 16,-5 0 0-16,3-2-3 16,-5 5 0-16,2 1-5 0,-8 2-1 15,9 5-9-15,-5-1 14 16,-2 0-9-16,-2 2-4 15,2-4-6-15,-4 1 5 16,0 5-17-16,0-2 19 16,0 7 12-16,0 0 2 15,0 4-1-15,0 2 1 16,0 2 0-16,0 1 2 16,0 3 0-16,0-2 3 15,0 2 5-15,0 0 3 16,0 0 2-16,0 0-10 15,0 6-2-15,0 7-1 0,0 3 7 16,0 3-2 0,0 4 2-16,0-1 3 0,0 2-6 15,0-2 5-15,0-3-4 16,0 5 0-16,0-3 1 16,0 0-4-16,-4-1 0 15,4 3-4-15,0-2 2 16,-2 0-1-16,2 0 1 15,0-2-1-15,-4-1 2 16,4 0 1-16,0 0-2 16,0-1-2-16,0-3 0 15,0 0 2-15,0-5-3 16,0-3 0-16,4 1 2 16,-2-3-2-16,8-3-1 0,-3-1-5 15,1 0-1-15,4 0 2 16,7-5-23-16,-3-8-23 15,3-2-42-15,-2-2-261 16</inkml:trace>
  <inkml:trace contextRef="#ctx0" brushRef="#br0" timeOffset="12657.67">1596 6127 446 0,'0'0'151'15,"0"0"-27"-15,0 0-21 16,0 0-71-16,0 0 6 15,0 0 6-15,-6 50-7 16,-1-31 5-16,5 1-4 0,-2 0-15 16,4 1-3-16,0-3-12 15,0-3 0-15,0-3-8 16,0-4-10-16,0-7-37 16,6-1-93-16,5-4-170 15,1-13-111-15</inkml:trace>
  <inkml:trace contextRef="#ctx0" brushRef="#br0" timeOffset="12887.5">1612 6011 505 0,'0'0'307'16,"0"0"-241"-16,0 0 15 15,0 0-81-15,0 0-86 16,0 0-15-16,-4 10-58 16,10 3-172-16</inkml:trace>
  <inkml:trace contextRef="#ctx0" brushRef="#br0" timeOffset="13548.13">1697 6275 536 0,'0'0'130'16,"0"0"33"-16,0 0-42 16,0 0-73-16,0 0-7 0,0 0-11 15,8-19-9-15,-1 5-11 16,-1 0-10-16,0-3 4 15,-2 2-4-15,-2-2 0 16,2 4-5-16,-4 4 2 16,2 3 1-16,-2 4 2 15,0 2 2-15,0 0 3 16,0 0-5-16,0 0-7 16,0 9 1-16,0 2 6 15,0 4 0-15,-2-1 3 16,2-1-3-16,0 4 3 15,0-1-3-15,0 2 0 0,0-1 2 16,0 1 0 0,0 3 2-16,0-4-3 0,2 4 0 15,5 1 2-15,-1 1-1 16,2-4 21-16,-6 2-16 16,4-3-6-16,-6 1 2 15,4-2 0-15,-4-2 9 16,0-4-9-16,0-3 7 15,0-5 7-15,0-1 3 16,0-2 8-16,-10 0-4 16,-2 0-1-16,-7 0-17 15,1-2 3-15,-1-8-6 0,0-2-3 16,3-6-6 0,5-3-5-16,5-3-22 0,6-7-13 15,0-3-28-15,4-7-128 16,9 1-318-16</inkml:trace>
  <inkml:trace contextRef="#ctx0" brushRef="#br0" timeOffset="13737.01">1784 5946 821 0,'0'0'177'0,"0"0"-96"16,0 0-81-16,0 0-116 15,0 0-162-15</inkml:trace>
  <inkml:trace contextRef="#ctx0" brushRef="#br0" timeOffset="37527.01">3353 4387 496 0,'0'0'100'0,"0"0"23"15,0 0-23-15,0 0-50 16,0 0-11-16,0 0-17 16,0 0-20-16,0 0-2 15,-4 0-34-15,2 0-47 16,-2-3 12-16,4 0-12 0,0-3 7 16,-3 2-4-16,-1-6-125 15</inkml:trace>
  <inkml:trace contextRef="#ctx0" brushRef="#br0" timeOffset="38987.37">3365 4427 353 0,'0'0'136'0,"0"0"-55"16,0 0 33-16,0 0-62 0,0 0-10 15,0 0 8-15,0-13 24 16,0 2-33-16,0 0-2 15,0-3-3-15,0 0 1 16,0 0-19-16,0-3-2 16,0 0-8-16,0-2-6 15,0 0 1-15,0 1-3 16,2-3 2-16,2 3-2 16,-4-5 1-16,7 3-1 15,-5-3 0-15,4 1-1 0,0 0 0 16,0 1-2-1,5-1-6-15,-5 3 1 0,0 4 4 16,4 0 4-16,-3 2 0 16,-1-3 0-16,0 0 0 15,0 3 1-15,0-2 0 16,1 1-1-16,1 1-1 16,-2 2 1-16,0 0 0 15,-2 2-1-15,-1 5-2 16,3 0 2-16,-2 1 0 15,-4 2-6-15,4 1 5 16,-2-2-2-16,2 2-1 16,-2 0 5-16,2 0-3 15,3 0-7-15,-1 2 10 16,2 6 1-16,-2 5 13 0,5-2-3 16,-5 4 1-16,-4-1-5 15,4-1 2-15,-2 2 3 16,-4-2-9-16,2-1 0 15,-2-1 0-15,0 1 5 16,0 0-8-16,0 3 5 16,0-2-1-16,0 6-3 15,0-3 2-15,-2 2-2 16,-2 1 1-16,-2 3-1 16,4-5-1-16,2 0 0 15,-4-1 0-15,4 0 3 16,-2-1-3-16,2 2 0 0,0-4 0 15,-5 0 0-15,5 2 1 16,0-4 0-16,-2 0 1 16,2 0 4-16,0 2 3 15,0-1-2-15,0 0 2 16,0-1 0-16,0 0-3 16,-4 0 4-16,4-2-5 15,-2 1 1-15,2-1-1 16,0-3-2-16,0 2-2 15,0-2-2-15,0-2-2 16,0-1-3-16,0-3-10 16,0 0-28-16,0 0-66 15,0-7-163-15,0-6-137 16</inkml:trace>
  <inkml:trace contextRef="#ctx0" brushRef="#br0" timeOffset="39687">3392 4238 69 0,'0'0'370'0,"0"0"-314"16,0 0 97-16,0 0-41 15,0 0-66-15,0 0-9 16,-6 0-3-16,6 0-1 0,0 0 13 16,0 0-10-16,0 0 0 15,0 0 0-15,-2 0-6 16,2 0-1-16,0 0-12 15,0 0-3-15,0 0-1 16,0 0 8-16,8 0-2 16,2 0 3-16,-1 0 1 15,1 3-3-15,0-1-2 16,3 2-5-16,-1-2-1 16,-4-2-4-16,5 2 0 15,-3-1-7-15,3-1 0 16,-1 2 1-16,-2-2-2 0,-1 0 1 15,-3 1-1-15,0 1 0 16,4 1 0-16,-3 0-2 16,-5-1 4-16,2-1-3 15,-2-1 1-15,2 0-3 16,-4 0 2-16,0 0-7 16,0 0 3-16,0 0-7 15,0 0-9-15,0 2-17 16,0 0-43-16,0 1-137 15,-10 5-462-15</inkml:trace>
  <inkml:trace contextRef="#ctx0" brushRef="#br0" timeOffset="43433.96">8552 4061 483 0,'0'0'94'16,"0"0"-15"-16,0 0 36 16,0 0-69-16,0 0-10 15,0 0 37-15,0 0-9 16,12 0-9-16,-12 0-18 15,2 0-13-15,4-3 4 0,-2-6-14 16,7-3-4-16,-3-3-8 16,2-7 1-16,3-1-6 15,-1-2-13-15,-4 0 3 16,3 2 0-16,-5-1 6 16,0 3-11-16,0 1 15 15,1-1-8-15,-3 2-6 16,-2 1 0-16,2 4-2 15,-4 3-16-15,0 3 29 16,0 3 2-16,0 0-9 16,0 1 13-16,0 4 4 15,0 0 5-15,0 0 0 16,0 0 8-16,0 0-9 0,0 0 12 16,0 2-14-16,0 3-3 15,0 4 8-15,0 2-1 16,0 2 4-16,0 2-5 15,0-2 9-15,-4 3-4 16,2-2-2-16,2 3 1 16,-4-3-5-16,4 5 0 15,-4-2-1-15,4 3-2 16,-7 2 4-16,5 1-4 16,-2-1 0-16,-2-2 7 15,4 4-7-15,-2-3 3 16,2 0-4-16,-3 1-1 0,-1-1 5 15,4 0-2-15,-2-4 4 16,2 3 1-16,-2-4-3 16,4 0 3-16,-2 0 1 15,2-4-2-15,0 2-7 16,-4-1 0-16,2-2 4 16,2-3-5-16,0 0-2 15,0-4-8-15,0-1-9 16,0-3-39-16,0 0-87 15,0-11-457-15</inkml:trace>
  <inkml:trace contextRef="#ctx0" brushRef="#br0" timeOffset="44988.13">12909 3834 4 0,'0'0'428'15,"0"0"-335"-15,0 0 59 16,0 0-61-16,0 0-40 16,0 0 21-16,0 0-23 15,0 0-18-15,0 0 4 16,0 0-12-16,0 5-5 0,0 3-3 15,0 2 10 1,-6 6-8-16,4-2 2 0,-2 7-6 16,2 2 6-16,-5 1-1 15,1-1-5-15,0 0 4 16,0-1-7-16,0 1 8 16,2-6-16-16,1 2 13 15,-1-5-9-15,2 1-6 16,-4-4 0-16,6 1-1 15,-6 1-8-15,0-5 2 16,2 1-9-16,-1-6-12 16,5-3-20-16,0 0-57 15,0-16-175-15,5-7-357 0</inkml:trace>
  <inkml:trace contextRef="#ctx0" brushRef="#br0" timeOffset="46045.46">12884 3820 481 0,'0'0'79'16,"0"0"54"-16,0 0-30 15,0 0-62-15,0 0 8 16,0 0-17-16,0-34-9 15,13 24-3-15,-1 3 14 16,3-5-1-16,3 5-5 0,-3-4-8 16,1 2-3-1,3 5-6-15,-5 2-10 0,1 0 6 16,-3 2-6-16,-4 0-1 16,5 0 1-16,-1 6-1 15,-1 4-1-15,-3 2 1 16,4 3 16-16,-1-2-7 15,-1 3-3-15,-8 2-5 16,4 1 3-16,-6 0-4 16,0 0 2-16,0-4 2 15,0 0-2-15,-8 0-1 16,-4-4 1-16,-5 3-2 16,0-3-2-16,3 0 1 0,-5 2-2 15,-3-2-2 1,-1-1 0-16,-2-1-4 0,4-1 9 15,-1-1 1-15,9-3-1 16,1 0 1-16,6-2-1 16,-1-2 3-16,7 0 1 15,0 0-4-15,0 0-9 16,0 0 0-16,0-2-28 16,3-3 37-16,9 0 4 15,0 0-4-15,3 2-3 16,-1 0 1-16,3 1 1 15,-3 2 2-15,3 0-2 16,-3-1 0-16,1 1 1 16,-3 0 0-16,1 0 0 15,-1 0-2-15,-4 0-8 0,3 1-2 16,-3 5 2-16,2 1 5 16,1-1 6-16,-3 0-2 15,-2-1-1-15,0 1 0 16,-2 2 0-16,3-3-2 15,-5 3 4-15,-2-1 4 16,4-1-2-16,-4 2-2 16,0 0 2-16,0-3 6 15,0-2-5-15,0 2-2 16,0 0 1-16,0 3 14 16,0-2 6-16,0 5-1 15,-13-1 0-15,3 2 0 0,-2 1 1 16,-1 0-5-1,1 0 1-15,-5-2-1 0,3 1-4 16,-3-5 7-16,3 2-6 16,-9-1 7-16,0-2-9 15,-1-2-3-15,-3 0-3 16,0 1-5-16,2-2 0 16,0 0-1-16,2-1-21 15,3-2-20-15,1 0-60 16,3-5-195-16</inkml:trace>
  <inkml:trace contextRef="#ctx0" brushRef="#br0" timeOffset="49253.49">3233 5218 173 0,'0'0'224'0,"0"0"-94"16,0 0 29-16,0 0-44 0,0 0-18 15,0 0-3-15,0 0-13 16,0 1-16-16,0-1-11 16,0 0-11-16,0 0-10 15,0 0-8-15,0 0-12 16,0 0-10-16,0 0-3 15,0-5-12-15,4-12 11 16,4-2-2-16,5-4 3 16,-1-4-11-16,1-2 9 15,-3-2-1-15,2-2-6 16,-3-1-2-16,1-2 10 16,0 4-14-16,-1 2 2 15,3 6-1-15,0 7-2 0,-1 0-4 16,-3 6 20-1,-2 0 0-15,4 5 5 0,-3 0-5 16,-1 0-2-16,0 1 2 16,4 0 1-16,-1 2 0 15,1 1-1-15,-4 1-2 16,0 1 2-16,3 0-1 16,-3 0-16-16,0 0 17 15,0 5 4-15,-2 6-1 16,-1 1 3-16,-3 1 1 15,0 4-1-15,0 4 1 16,0 2-1-16,0 5 4 0,-7 1-5 16,-1 7 2-1,-2-2 2-15,-3 5-3 0,1-4 6 16,4-7-4-16,-5-2 3 16,7-4-1-16,-2-6-2 15,6-3 1-15,-2-4-8 16,1-2 0-16,3-2-1 15,0-4 0-15,0 2-3 16,0-2-3-16,0 1-2 16,0-1-17-16,0-1-17 15,0 0-33-15,0 0-75 16,0 0-113-16,0-8-92 16</inkml:trace>
  <inkml:trace contextRef="#ctx0" brushRef="#br0" timeOffset="49578.12">3295 5083 201 0,'0'0'441'16,"0"0"-329"-16,0 0 46 16,0 0-63-16,0 0-64 0,0 0 37 15,6 0-4 1,7 0-15-16,3 0-2 0,-3 0-13 16,3 0-11-16,-1 0-12 15,3 0-8-15,-1 0-3 16,-1 0-12-16,3 0-28 15,-1 0-47-15,-3 3-104 16,1 1-302-16</inkml:trace>
  <inkml:trace contextRef="#ctx0" brushRef="#br0" timeOffset="50043.23">3626 5124 524 0,'0'0'259'15,"0"0"-131"-15,0 0 14 16,0 0-101-16,0 0-30 16,0 0 5-16,0 3 8 15,8-1 0-15,4 1-10 16,5 0-8-16,-5-1-6 16,3-1-6-16,1 2-38 0,3-2-77 15,-3 3-203 1,-7 2-222-16</inkml:trace>
  <inkml:trace contextRef="#ctx0" brushRef="#br0" timeOffset="50987.12">3932 4986 358 0,'0'0'200'0,"0"0"-71"16,0 0-14-16,0 0-63 16,0 0-17-16,0 0 7 15,6-21-13-15,0 10-7 16,4 1 8-16,-3 2-9 15,3-1-12-15,-4 6 1 16,2-2-5-16,-1 5-5 16,-1 0 0-16,4 0-1 15,-4 0-7-15,1 0-16 0,-1 0 10 16,0 6 14-16,-4 8 6 16,-2 1 7-16,0 3 0 15,0 2-2-15,0-3 1 16,0 2-4-16,-6 0-5 15,-2 2 4-15,-3-3-7 16,-1 1 4-16,-1-1 0 16,1 1-4-16,0 0 0 15,-5-3-2-15,5-1-3 16,3-2-4-16,-1 0 5 16,4-6 1-16,0-1-4 15,4 0 5-15,-3-1 2 16,5-1 0-16,0-1 0 0,-2-1 5 15,2 1-5-15,0-1 3 16,0 1 1-16,0 1-1 16,0-4 2-16,7 0 10 15,5 0-4-15,-4 0 10 16,5 0-2-16,3 0-3 16,-1 0-10-16,-1-2 0 15,5 2 3-15,-5 0-5 16,3 0-1-16,-5 0-3 15,1 0 0-15,-7 0-1 16,4 0-11-16,-8 0-31 16,2 0-21-16,-2 0-86 0,-2 0-128 15,0 0-116-15</inkml:trace>
  <inkml:trace contextRef="#ctx0" brushRef="#br0" timeOffset="54738.56">1098 4670 357 0,'0'0'60'15,"0"0"78"-15,0 0-40 16,0 0-28-16,0 0-4 16,0 0-8-16,35-2-5 15,-23 2-15-15,-4 0-6 16,5 0-7-16,3 0-10 15,-1 0-8-15,1 0-6 0,3 0 3 16,0 0 0-16,3-3-4 16,3 0-9-16,0 0-5 15,-6 1-9-15,5 2 18 16,-3 0 4-16,0-2 1 16,1 2 0-16,-3 0 0 15,2-1-2-15,6 1 2 16,-7 0-1-16,5 0 0 15,0 0 2-15,2 0-2 16,-2 0 1-16,-1 0-3 0,-1 0 4 16,-2 0-2-1,-3 0 2-15,5 0-5 0,-2 0 2 16,2 0 2-16,1 0 0 16,1 0 0-16,2 0-2 15,-2 0-2-15,0 0 4 16,-5 0-39-16,3 3 37 15,0-1-5-15,2 1 8 16,-1-1-2-16,1-2-2 16,-2 0-18-16,-4 0-2 15,1 1 22-15,-3 2-30 16,-1-1 30-16,-3-1-89 16,-1 2 90-16,-4-1-1 15,3 1-48-15,-3-2 49 16,-2-1 2-16,4 3 18 0,-3-1-19 15,-1 1 3 1,0 0-8-16,0-1 2 0,5 1-1 16,-3-2-16-16,2 1 19 15,5 0 62-15,-3 3-62 16,7-1-5-16,1 1 5 16,5-4 70-16,2 2-63 15,2-3-7-15,2 0-10 16,0 0 10-16,10 0 13 15,-3 0-13-15,3 0 7 16,0 0-7-16,-4 0 0 16,1-1-6-16,-1-1-7 0,2 1 13 15,-8 1-4 1,6 0 4-16,-2 0 0 0,-3 0-11 16,-1-2 11-16,-7 1 0 15,-7 1-13-15,-5 0-6 16,-6 0-34-16,-3 0 34 15,-3 0 6-15,0 0 13 16,0 0 8-16,0 0 4 16,0 0-3-16,0 0-9 15,4 0-14-15,-4 0 7 16,0 0 6-16,6 0 1 16,-6 0 0-16,2 0 0 15,2 0 1-15,-2 1 6 0,2 2 17 16,-2-1-21-1,5-1 4-15,-1 1-4 0,2-2 3 16,4 0-5-16,1 0 5 16,1 0 93-16,3 0-53 15,1 0-46-15,5 0 16 16,-2 0-16-16,2 0 4 16,1 0 11-16,5 0-13 15,-2 0-2-15,2 0 21 16,0 0-21-16,-8 0-8 15,1-2 4-15,-3 2 4 16,-4 0 0-16,-1 0-1 0,-6 0-22 16,5 0 2-1,-7 0 21-15,4 0 2 0,-4 0 1 16,3 0-2-16,-3 0-1 16,0 0-3-16,-6 0-9 15,0 0 3-15,0 0 6 16,0 0 3-16,0 0 2 15,0 0-2-15,4 0-3 16,-2 2-4-16,2-2 6 16,-1 0 1-16,3 0 0 15,2 0 0-15,0 4 18 16,-4-1-18-16,9 0-1 16,-1-2 1-16,3-1 23 15,7 0 6-15,-3 0-29 16,6 0 13-16,0 0-13 15,-1 0 6-15,3 0-6 0,-2 0-4 16,0-3 4-16,-4 2 14 16,5 1-14-16,-7 0-9 15,-4 0 9-15,3 0 9 16,-1 0-9-16,-5 0-17 16,-2 0 8-16,-1 0 9 15,1 0-8-15,-4 0 14 16,2 0-13-16,-3 0 1 15,-3 0 3-15,-2 0 1 16,0 0 2-16,0 1 2 16,0-1-2-16,0 0-8 0,4 0 2 15,-2 0 4 1,-2 0 2-16,0 0 2 0,6 2-2 16,-6-1 0-16,6 1-1 15,-2 1 1-15,3-1 0 16,3 1 0-16,-2-1 26 15,9-2-7-15,1 0 8 16,3 0-27-16,12 0 0 16,-6 0 3-16,8-4 2 15,2 1-5-15,-6 0 0 16,7 1 0-16,1-1 0 16,-8 3 0-16,4-1-1 15,-2 0-3-15,2-1 4 16,2-2 8-16,5 4-8 0,-5-2 0 15,6-1 0-15,-1 0 0 16,-1 2 0-16,-2-1 0 16,3 2 0-16,-1 0 0 15,0 0 0-15,-1 0 0 16,5 0 4-16,-6 0-4 16,5 0 0-16,1 0 3 15,5 0 0-15,-7-1-3 16,5 1 0-16,-1 0 0 15,1 0 0-15,-3 0 0 16,9 0 3-16,0 0-3 0,2 0 0 16,-1 0-1-1,-1 0-1-15,4 0 2 0,-6-2-1 16,8-1 2-16,0 1-1 16,2 0 0-16,2-1 0 15,-2 2 1-15,0-2-1 16,2 2 1-16,2-2 0 15,-4 0-1-15,0 0-2 16,4 0 2-16,-4 2 1 16,2-2-1-16,5 1 1 15,7-1 4-15,-6 2-5 16,7-1 0-16,-3-4-5 16,-1 1 4-16,-1 2 1 15,0 0 0-15,3 0 2 16,-5 2-2-16,-4 1-1 0,-4 0 1 15,0 0 0-15,-2 0 0 16,2 0 0-16,2 0-1 16,-4 0 1-16,-2 0 0 15,2 0 6-15,6 0-9 16,-4 0 3-16,8 0 0 16,-10 0-1-16,2 1 0 15,-6 2 1-15,4-2 0 16,0-1 0-16,0 0 0 15,0 0 0-15,-2 0-2 16,2 0 4-16,-4 0-1 16,3 0-1-16,1 0 0 0,0 0 0 15,-4 0 0-15,4-1 1 16,2-3-2-16,2 3 1 16,-2-1 0-16,4 2 6 15,3 0-6-15,1 0 0 16,-4 0-1-16,-2 0 1 15,0 0-1-15,2 0 2 16,-2 0 3-16,3 0-1 16,3 0 4-16,-2 0-5 15,-2 0-2-15,0 0 1 16,3 0 1-16,-3 0-2 16,-4 0-1-16,4 0 1 15,-2 0 4-15,0 0-4 0,2 0 3 16,7 0 2-16,-3 0-4 15,-2 0-1-15,-2 0 0 16,0 0 0-16,-2 0 1 16,3-2 0-16,-1-2-1 15,0 0 2-15,0 1-2 16,-4 0 3-16,4 1-3 16,-4 1 1-16,2-1-2 15,-2 2 2-15,0 0 1 16,-2-3-2-16,6 2 0 15,5-1 0-15,3 0 2 16,-2-1-2-16,3 1-2 16,-3 1 2-16,1-1 0 15,-1-1 0-15,-4 1-1 0,9-1 0 16,-11 2 1-16,2 0 2 16,-2-1-1-16,0 2 0 15,-4 0 1-15,0 0-1 16,-2-1-1-16,0-1 8 15,0 2-8-15,6 0 8 16,-4 0-8-16,4 0 1 16,-4 0 2-16,-2 0-2 15,-4 0 0-15,-2 0 2 16,-4 0-2-16,3 0 0 16,1 0 2-16,2 0 3 15,-2 0-2-15,-5 0 2 16,-1 0-1-16,-1 0-1 0,1 0-1 15,-5 0 3-15,-6 0-4 16,5 0-1-16,-5 0 0 16,0 2 0-16,-2-1 0 15,-4 2-1-15,5 0 1 16,-5 0 1-16,-5 0-1 16,3 0 4-16,0-1-5 15,-4-2 0-15,0 0 0 16,0 3 1-16,-3-2 1 15,-7 0-2-15,-9 1-8 16,-6-1-26-16,0-1 2 16,0 0 10-16,0 0-4 15,-8 0-138-15,-5 0-155 0</inkml:trace>
  <inkml:trace contextRef="#ctx0" brushRef="#br0" timeOffset="61188.64">4535 4763 70 0,'0'0'92'0,"0"0"-29"15,0 0-20-15,0 0-18 0,0 0-24 16,0 0-1-16,0 0 0 16,-4-17 2-16,4 16 7 15,0 1-7-15,0 0-2 16,-2 0-1-16,2 0-36 15,0-1-56-15</inkml:trace>
  <inkml:trace contextRef="#ctx0" brushRef="#br0" timeOffset="61542.04">4535 4763 44 0</inkml:trace>
  <inkml:trace contextRef="#ctx0" brushRef="#br0" timeOffset="62222.01">4535 4763 44 0,'-91'-18'282'0,"91"18"-206"0,0 0 9 16,0 0 5-16,0 0-37 16,0 0-3-16,0 0 1 15,0 0-1-15,0 0 5 16,0 0-2-16,0 0-11 16,0 0-9-16,0 0-15 15,0 0-16-15,0 0 5 0,0 1 0 16,0 5-1-16,0 0 3 15,0 2 3-15,0-1-2 16,0 1-6-16,0 1 3 16,0-1-5-16,0 2 0 15,0-1-1-15,0 0 0 16,0-1 2-16,0 1-4 16,0-7 1-16,0 4 0 15,0-1 0-15,0 3 2 16,0-1-2-16,0 1 0 15,0 0 0-15,0-2 1 16,0 0 1-16,0 2 0 16,0-2 3-16,0 2-5 15,0-4 0-15,-4 6 1 0,4-4-1 16,0 0 1-16,0 1-2 16,0-1 1-16,0 1 0 15,0-1 1-15,-2 2-1 16,2 1 0-16,0-2 0 15,0-1 0-15,0 2 0 16,0-1-1-16,0-2 0 16,0 0 1-16,0-2-2 15,-4 4 2-15,4-2 0 16,0-1 1-16,0 0-1 16,-2-1 1-16,2 0-1 15,0 0 0-15,0 0 0 16,0 2 0-16,0-4 0 0,0 4 1 15,-4-1-1-15,4 0 0 16,0 2 0-16,0-2 0 16,-4-3 0-16,4 5 0 15,0-3 0-15,0 5 0 16,0 0 0-16,0-3 0 16,0 3 0-16,0-2-1 15,0 1 1-15,0-1 0 16,0 2 1-16,0-3-1 15,0-2 0-15,0-1 0 16,0-2-8-16,0 0-46 16,0-3-120-16,0-20-242 0</inkml:trace>
  <inkml:trace contextRef="#ctx0" brushRef="#br0" timeOffset="64805.01">4453 3776 78 0,'0'0'151'16,"0"0"-95"-16,0 0 1 0,0 0-23 15,0 0-9-15,0 0 24 16,0 0 1-16,0 0 3 16,4 0-21-16,-4 0-9 15,0 0-4-15,0 0 11 16,0 0-9-16,0 0-2 15,0 0-6-15,0 0-9 16,0 0-3-16,0 0-1 16,0 0-4-16,0 0 4 15,0 2 5-15,0 3-4 16,0-1 0-16,0 1 21 16,0-1 11-16,0 1-13 0,0 1 4 15,0-1 2 1,0 3-3-16,0 0-6 0,0 3 1 15,0 0-6-15,0 2-7 16,0 0 4-16,0 2-5 16,0-2 6-16,0 3-6 15,0 1 4-15,0-4 2 16,0 2-2-16,0-2 1 16,0 2-9-16,0-2 2 15,0 2-3-15,0-2 1 16,0-1 0-16,0 0 0 15,0 2 1-15,0-4 0 16,0 2-1-16,0 0 1 16,0 1-1-16,0-2 0 15,0 0 0-15,0 0 0 0,0 1 0 16,0-3 1-16,0-1-1 16,0 5 0-16,0-5 1 15,0 2-1-15,0 2 0 16,0 3 0-16,0-3 0 15,0 0 0-15,0-4 0 16,0 0-1-16,0 4 1 16,0 2-2-16,0 0 2 15,0 2 0-15,0 2 2 16,0-2-2-16,0-1 0 0,0 0 1 16,0-3-1-1,0 0-1-15,0 0 1 0,0-2 1 16,0 4 2-16,0-4-3 15,0-2-2-15,0 3 2 16,0-3 0-16,0 3 0 16,0 3 0-16,0-1 0 15,0-1 4-15,0-2 9 16,0-2-10-16,0-1-3 16,0 2 0-16,-4 5-1 15,4-1 1-15,0 3 0 16,-7 3 3-16,7-4 0 15,-2-1 0-15,2 3 14 16,0-5-10-16,0 3-7 16,0-3 2-16,0 1 1 0,0-6 1 15,0 3-2-15,0 2-2 16,-4-2 0-16,4 2 4 16,0-3 4-16,-2-1-4 15,2-1 0-15,0-1-4 16,0 0-2-16,0 1 1 15,0-1 1-15,0 7 0 16,0 2 1-16,-4 4-1 16,2 2 8-16,-2-5 3 15,4 1 4-15,-4-4-8 16,4-3-7-16,0-4-3 16,0 2 2-16,0 0 0 0,0 0-1 15,0 9-1 1,0 1 3-16,0 0 1 0,0 4 2 15,-7-3-3-15,7-3 0 16,-2 3 1-16,-2-2-1 16,2-2 0-16,2-2 2 15,0-3-2-15,0-2-2 16,0 0 2-16,0-2-1 16,0 2 0-16,0 3 1 15,-4 4-4-15,-2 1 2 16,4 5 2-16,-2-1 0 15,-3-2 2-15,5-1-2 16,2-2-2-16,-4-1 1 16,4-2 1-16,-2 1 0 15,2-4-1-15,-4-1 0 0,2 2 2 16,2 2-2-16,0 2-2 16,0-1 3-16,-4 1 0 15,4-3 0-15,0 7-1 16,-2-2 1-16,-2 0 1 15,4 4 0-15,-2-3-1 16,-3-4 0-16,5 2 2 16,0-7-2-16,0-2-3 15,0 3 2-15,0 5 0 16,-2 2 2-16,-2 1-1 16,4 8 2-16,-2-2-2 15,-4 2 2-15,2 3-2 0,-2-5 1 16,1 0 0-16,3-3-1 15,2 0 0-15,-4-2 1 16,4-3-2-16,-2 0 1 16,-2-6 0-16,4 3-1 15,-2-1 0-15,-2 3 1 16,4-1 1-16,-2-2-1 16,2-6 0-16,-4 7 0 15,4-1 0-15,-2 4 0 16,2 4-1-16,-5 0-1 15,-1 3 2-15,4 1-2 16,-4 1 2-16,2-3 4 16,2 5-4-16,-4 0 0 0,-1 1-2 15,3 0 2 1,2-3-2-16,2-2 1 0,-4-5 1 16,2-7-1-16,2 0-4 15,0 1-4-15,0 3 0 16,0 0-7-16,-4 4 5 15,0 3 9-15,2 0 2 16,-2 1 0-16,-3 3 2 16,5-3-2-16,-4 1 0 15,0-1 0-15,0 1 0 16,6-6 1-16,-4-6-1 16,4 7 0-16,0-1-1 0,-3 2-1 15,3 1 0 1,-4 2 2-16,4 1-1 0,-2 6 0 15,-2 2 1-15,-2 2 0 16,4 3 0-16,-4 3 1 16,-1 0-1-16,-3 1 0 15,8 0 1-15,-6-1-1 16,2 1 2-16,-1-8-2 16,5 0-1-16,-2-4-1 15,2-4-1-15,-2-2-37 16,-2-9-85-16,0-13-177 15</inkml:trace>
  <inkml:trace contextRef="#ctx0" brushRef="#br0" timeOffset="67906.28">2367 3871 416 0,'0'0'97'16,"0"0"15"-16,0 0 8 16,0 0-36-16,0 0 24 15,0 0-18-15,0 0-26 16,6 54-13-16,-6-40-23 15,4-3-11-15,-2 6-7 16,-2-4-5-16,4 5-5 16,-4-2 4-16,0 4-3 0,2-1 0 15,3 2 0-15,-5-1 0 16,2 0-1-16,-2 0 0 16,0 3 1-16,0-2-1 15,4 1 1-15,-4 4-1 16,0-3 0-16,0-1 1 15,0 1 0-15,0-3-1 16,0 1 0-16,0-2-1 16,0 2 0-16,0 0 1 15,0-3-1-15,0 2-1 16,0-3 2-16,0 3-3 16,0-2-3-16,0-2 6 0,0-2 0 15,0 0-1 1,0 2-1-16,0 5 0 0,0 3 2 15,0-1 0-15,0 3 0 16,0 1 0-16,0-1 0 16,-4-1 1-16,2-2-1 15,2-3 0-15,-5 0-2 16,5-2 0-16,-2-1 1 16,2 4 1-16,0-5 0 15,0 3-2-15,0-1 0 16,0 0 2-16,0 1 0 15,-4 3 0-15,4 3 0 16,-2 0-1-16,-2 2 4 0,4 1-6 16,-2 3 3-1,-2-1 0-15,2-1 1 0,-2 4-1 16,-3-3 0-16,5-4 0 16,-2-1 1-16,4-1 0 15,0-3-1-15,0-1-2 16,0-3 2-16,0 2 0 15,0 2 0-15,0 2 0 16,0 7 0-16,-6-2 0 16,6 4 0-16,-6 4 1 15,4-7 0-15,-2 4-1 16,-3-3 0-16,7-3-1 16,-2-1 1-16,2-5 1 0,0-2-1 15,0 2 0-15,0-2 0 16,0 4 2-16,-4-1-2 15,2 3 0-15,2 3 0 16,0-4 0-16,-4-2-2 16,4 3 2-16,-2-4 0 15,-2 2 0-15,0 4-1 16,4-1 2-16,0-3-2 16,0 4 2-16,-2 0-1 15,2 0 2-15,-4 0-2 16,1 0 0-16,3-3 0 15,-4 1-1-15,-2 1 1 16,6 1 1-16,-2 1-1 16,-4-4 1-16,2 1-1 0,4-1 0 15,-2-1-2-15,2-1 2 16,0 5 0-16,0 1-1 16,0 1 1-16,0 7 0 15,-5-2 0-15,3 2 0 16,-4-2-1-16,2-4 1 15,4-3 0-15,-2 1 1 16,-2-4-1-16,4-3-1 16,-2 2 1-16,-2-6 0 15,4 1 0-15,-2-1 0 16,2 3 0-16,-5 1-1 16,3 1 1-16,-2 2 1 15,2 2-1-15,-2-4 1 0,2 2-1 16,-6-2 0-16,2 0 0 15,3-2 0-15,-1-2 5 16,2-3-4-16,-2 0-1 16,4-1 0-16,0-1 0 15,0-2-1-15,0 2 1 16,-2 4 0-16,2-1-1 16,-4 2 1-16,2 0 1 15,2-1-1-15,0 1 0 16,-4 7 0-16,-2 2 1 15,3-1-2-15,-1-6 2 16,2-6-1-16,2-3 0 16,0-3 1-16,0-1-1 0,0-1-1 15,0-2 1-15,0 2-5 16,0-1 3-16,0 0-14 16,0-4-38-16,-4-1-95 15,-4 0-279-15</inkml:trace>
  <inkml:trace contextRef="#ctx0" brushRef="#br0" timeOffset="71423.22">5083 5149 79 0,'0'0'353'0,"0"0"-279"16,0 0 41-16,0 0-9 15,0 0-55-15,0 0-4 16,0 0 3-16,0-7-5 16,0 7-3-16,0 0-13 15,0 0 1-15,4-2-10 16,-2-3 3-16,4-2 0 16,1-2-6-16,-1-3-8 15,4-5-3-15,-4-4-4 0,7-5-2 16,-1 1-3-16,1-3-4 15,-7 3-2-15,6 1-8 16,-6 2 4-16,5 3-4 16,-9 6-4-16,2 2-9 15,-2 3 5-15,2 6 8 16,-2 0 5-16,-2 0 7 16,0 0 1-16,0 0 4 15,0 0 1-15,0 2 0 16,0 0-1-16,0 0 4 15,0 0 1-15,0 0 9 16,0 0 0-16,0 0 8 16,0 0 1-16,0 0-4 0,0 0-2 15,0 7 6 1,0 4-9-16,0 5-7 0,-6 3 5 16,4 4-2-16,-2 3 5 15,-2 2-1-15,4 1 4 16,-3-1-3-16,5-2 2 15,-2 0-7-15,-2-1 4 16,-2-1-5-16,4-2-5 16,-2 1 0-16,0-7 1 15,2-3-4-15,-5-3-1 16,7-4 0-16,0-3-3 16,-4-1-7-16,4-1-10 0,0-1-19 15,0 0-54 1,0 0-189-16,0 0-137 0</inkml:trace>
  <inkml:trace contextRef="#ctx0" brushRef="#br0" timeOffset="73803.89">5428 5076 28 0,'0'0'34'15,"0"0"-10"-15,0 0 18 16,0 0 3-16,0 0-14 15,0 0-10-15,0 0-2 16,-4 0-9-16,4 0-7 16,0 0-3-16,0 0-3 15,0 0-16-15,0 0-9 16,0 0 5-16,0 0 7 16,0 0 10-16,0 0-17 15,0 0 0-15,0 0 6 16,0 0 5-16,0 0-18 15</inkml:trace>
  <inkml:trace contextRef="#ctx0" brushRef="#br0" timeOffset="74134.56">5428 5076 78 0</inkml:trace>
  <inkml:trace contextRef="#ctx0" brushRef="#br0" timeOffset="74611.64">5428 5076 78 0,'-4'0'64'0,"4"0"-5"0,0 0-8 16,0 0 11-16,0 0 9 15,0 0-1-15,0 0 2 16,0 0 12-16,0 0 0 16,0 0-7-16,0 0-9 0,0 0 0 15,0 0-18-15,0 0 12 16,0 0-9-16,0 0-22 16,0 0-3-16,0 0-4 15,0 0-3-15,0 0-6 16,0 0-12-16,0 0-3 15,0 0 0-15,0 0 0 16,0 0-5-16,0 0 3 16,0 0 2-16,6 0 8 15,1 0-2-15,3 2-3 16,2 2 1-16,-1-2 4 16,1 2-5-16,-4-2 6 0,3 0 0 15,-5-2-3-15,6 0-3 16,-6 0-2-16,7 0 2 15,-3 0-1-15,-4 0-2 16,3 0 1-16,-3 0-1 16,0 0 0-16,0 0 0 15,0 0-4-15,-1 0 4 16,1 0 1-16,0 0-1 16,2 0 0-16,3 0-1 15,-5 0 1-15,4 0 1 16,-4 0-1-16,-4 1-5 15,5 1 0-15,-3-1 1 16,-2 2-9-16,-2 2-17 16,0 1-13-16,0 2-24 15,0-2-84-15,4 3-143 0</inkml:trace>
  <inkml:trace contextRef="#ctx0" brushRef="#br0" timeOffset="75757.86">5957 5029 493 0,'0'0'43'0,"0"0"92"16,0 0-42-16,0 0-61 15,0 0 16-15,0 0-10 16,7-57-17-16,-1 47 1 15,-2 0-2-15,4-1-4 16,3-2 0-16,-1 4-4 16,-4-1 5-16,2 1-3 15,-1 3-5-15,-1 5-8 16,-2-2 2-16,2 3-3 16,-4 0-1-16,2 0 1 0,-2 0 0 15,3 0 0-15,-3 0 0 16,4 0-8-16,-2 1 8 15,-2 7 17-15,2 2-11 16,-4 2 4-16,2 3-7 16,-2 1 4-16,0-1-5 15,0 4 2-15,0 0-2 16,0-1 2-16,-6 0-4 16,-2-2 0-16,-3 1-3 15,3-3 2-15,-4-1-1 16,1-1-2-16,-3-2-3 15,4 0 1-15,-1-1 0 0,3-1-9 16,-4 0-6-16,7-1-14 16,-1 0 2-1,0-2 17-15,4 2 7 0,-2 0 7 16,2-3 0-16,2 1 0 16,0-2 2-16,0-1 1 15,0-1 3-15,0-1 8 16,0 0-1-16,0 0 0 15,0 0 4-15,0 0 0 16,0 0 9-16,6 0-3 16,2 0 5-16,3 0 2 15,1 0-5-15,-4 0 0 16,5 0-13-16,1 0 4 16,-6 0-3-16,3 0 7 15,-3 0-4-15,2 0-10 0,-1 0 2 16,1 0 0-16,-2 0 1 15,5 0-6-15,-5 0 4 16,0 0-3-16,-2 0-2 16,1 0 1-16,-1 0 1 15,0 0 1-15,0 0-1 16,0 0 1-16,1 0-3 16,-1 2 3-16,-2 1-3 15,-2-1 1-15,2-1-3 16,-2 1 4-16,2-2-5 0,-4 2 8 15,0-1-4 1,2 1-1-16,-2-2-3 16,0 0-10-16,0 1 1 0,0 0-13 15,0 4-16-15,0-1-26 16,0 3-123-16,0-6-270 16</inkml:trace>
  <inkml:trace contextRef="#ctx0" brushRef="#br0" timeOffset="79136.39">6720 4701 144 0,'0'0'192'0,"0"0"-132"0,0 0 16 15,0 0-30-15,0 0-6 16,0 0-2-16,0 0 14 16,0 0 10-16,0 0-20 15,0 0-15-15,0 5-3 16,0 4 8-16,0 0-15 16,0 3-4-16,0-1 0 15,0 8 2-15,0-1-1 16,0 3-2-16,0 3-9 15,0 0 0-15,0 4-1 0,0 0-2 16,0 4 0 0,0-1 0-16,0-1 0 0,0-3-1 15,0-2-7-15,0-5-49 16,0-6-54-16,0-6-236 16</inkml:trace>
  <inkml:trace contextRef="#ctx0" brushRef="#br0" timeOffset="80671.58">7469 5068 338 0,'0'0'124'0,"0"0"-59"16,0 0 59-16,0 0-60 16,0 0 8-16,0 0-11 15,22-25 4-15,-11 12-16 16,-3-3-10-16,4-5-7 15,1 1-20-15,-3 0-11 16,2-3-1-16,1 2-3 16,-1 0-12-16,1 0-17 15,-3 1 0-15,-2-1-13 16,3 1-18-16,-5 1 9 16,0 1-38-16,2 4 4 0,-4 5 34 15,-2 7 25 1,-2 0 16-16,0 2 13 0,0 0 6 15,0 0 1-15,0 0 12 16,0 0 20-16,0 0 12 16,0 0-19-16,0 5 20 15,0 6 2-15,0 1-6 16,0 3 7-16,0 2-14 16,-2 0-11-16,-2 3 3 15,2 1-20-15,-4 0 14 16,6 2-12-16,-4 3-7 15,2 1 5-15,-4 2-7 0,6 2 1 16,-5-1-2 0,3-2 12-16,-4-1 10 0,2-2-13 15,2-6-12-15,2 0 8 16,-4-7-7-16,4 0-6 16,0-4 1-16,0-4-9 15,0-4-24-15,0 0-81 16,0 0-228-16</inkml:trace>
  <inkml:trace contextRef="#ctx0" brushRef="#br0" timeOffset="81403.83">8006 5031 436 0,'0'0'210'0,"0"0"-93"15,0 0 44-15,0 0-102 16,0 0-29-16,0 0-6 16,0 0-14-16,0 0 5 15,0 0 22-15,12-1 3 16,1 0-19-16,3-2 1 16,3 2-11-16,2 1-9 15,1 0-2-15,1 0 7 16,-2-2-6-16,-3 2 0 15,1 0-1-15,-3-1 1 0,-5 1 0 16,-5 0-1-16,-4-2 0 16,2 2-1-16,-4 0-6 15,0 0 7-15,0 0-7 16,0 0-7-16,0 0-42 16,0 0-137-16,-4 0-224 15</inkml:trace>
  <inkml:trace contextRef="#ctx0" brushRef="#br0" timeOffset="82156.48">8579 4827 321 0,'0'0'297'16,"0"0"-171"-16,0 0 49 15,0 0-75-15,0 0-44 16,0 0-8-16,-9-1-16 15,3 1-13-15,0 0-8 16,0 0-6-16,-5 3 2 16,5 2 1-16,0 0-5 15,0-1-1-15,-3 2 0 16,3 3 0-16,-6 4-2 16,2-1 0-16,-3 1 0 15,3 8 1-15,2-5 1 0,-3 0 5 16,5 2-4-16,0-1 5 15,4 0-4-15,-4 2 11 16,1 2-2-16,3-2 1 16,2-1 3-16,0-4-6 15,0-1-1-15,0-2-4 16,0-4-6-16,7-1 0 16,1 0 1-16,4-1 0 15,5-3 0-15,-5 0-1 16,3 0 2-16,-1-2 1 15,1 1-2-15,1-1-1 0,3 0 1 16,-1 0-2 0,1 0 2-16,4 0-2 0,-5 0-2 15,-3-3-13-15,-3 1 8 16,-6 1-26-16,1 0-11 16,-3 1-27-16,-4-2-99 15,0 1-208-15</inkml:trace>
  <inkml:trace contextRef="#ctx0" brushRef="#br0" timeOffset="83522.33">9455 4691 260 0,'0'0'73'0,"0"0"-2"16,0 0 7-16,0 0-13 15,0 0 2-15,0 0 5 16,2 0-9-16,-2 0-2 16,0 0-26-16,0 0 9 15,0 0-16-15,0 0-13 16,0 0 5-16,0 0-12 15,0 0 5-15,0 0-5 16,0 1 12-16,0 4-3 16,0 2 7-16,0 2-2 15,0 3 3-15,0 3-11 16,0 2 4-16,0 2-7 16,0 5 5-16,0 2-10 15,0 1-3-15,0 2 1 16,0 6 1-16,0-3 2 0,0 5 2 15,0 0-7-15,0-1 4 16,0 0-3-16,0 2-1 16,0-2-2-16,0 0 0 15,-2-1-6-15,-2-5-7 16,-2-1-20-16,4-1-52 16,-3-9-135-16,-1-6-261 15</inkml:trace>
  <inkml:trace contextRef="#ctx0" brushRef="#br0" timeOffset="84729.84">10143 5029 485 0,'0'0'56'0,"0"0"95"16,0 0-58-16,0 0-44 15,0 0 6-15,0 0-23 16,40-59-12-16,-32 38-5 15,4-4-13-15,1-3-2 16,-1 0-1-16,1 3-17 16,-3 1-5-16,0 5-13 15,-4 6-11-15,3 3 25 16,-9 6 6-16,0 3 12 0,0 1 4 16,0 0 7-1,0 0-3-15,0 0-4 0,0 0-1 16,0 0 1-16,0 0 9 15,0 0 6-15,0 0-7 16,0 0-4-16,0 0 11 16,0 9 12-16,0 2 20 15,0 8-6-15,-2 4-14 16,-9 5 14-16,5 3-5 16,0 1-5-16,0 8-8 15,-5-2-1-15,5 2 0 16,0-7 2-16,0 1-10 15,4-6-10-15,-5-5-1 16,7-7-3-16,0-6-15 0,0-5-33 16,0-3-68-16,0-2-203 15</inkml:trace>
  <inkml:trace contextRef="#ctx0" brushRef="#br0" timeOffset="85238.57">10602 4990 485 0,'0'0'118'0,"0"0"27"16,0 0-28-16,0 0-80 16,0 0 24-16,0 0-11 15,35 0-19-15,-16 0 16 16,2 0-11-16,3 0-10 15,5-6-23-15,0-1-3 16,-8-1-27-16,6 4-31 16,-6 1-5-16,-9 3-205 15,-12 0-168-15</inkml:trace>
  <inkml:trace contextRef="#ctx0" brushRef="#br0" timeOffset="85811.7">11094 4822 273 0,'0'0'85'0,"0"0"-54"15,0 0 27 1,0 0-7-16,0 0 27 0,0 0 26 15,4 26-8-15,-4-16-22 16,0 4 7-16,0 4-19 16,0 1-27-16,0 8-3 15,-6 4-8-15,-4 0 1 16,-1-1-1-16,3-7 4 16,4-3-17-16,4-7-11 15,-2-5-2-15,2-5-36 0,0-3-70 16,0 0-137-1,0-3-119-15</inkml:trace>
  <inkml:trace contextRef="#ctx0" brushRef="#br0" timeOffset="86672.3">11107 4823 505 0,'0'0'91'16,"0"0"80"-16,0 0-78 15,0 0-53-15,0 0 12 16,0 0-18-16,6-31-3 16,6 23-10-16,1-2 0 15,3 2-7-15,1 2-5 16,1-1-7-16,-3 3 0 16,1 4-2-16,-3 0 0 15,-1 0-1-15,-6 0-2 16,5 3-1-16,-5 5-1 15,0 1 5-15,-6-2 7 0,0 6 1 16,0-2-6-16,0 4 3 16,0 0-2-16,-10 2-3 15,-3 0 1-15,1 1-1 16,0-1 0-16,-1-3-1 16,3-3-1-16,-3-5-5 15,11-1-3-15,-4-4-3 16,0 2-3-16,-4-3 4 15,3 0 7-15,1 0 5 16,2 0 1-16,-2 0-1 16,6 0 0-16,0 0-2 15,0 0-5-15,0 0-22 16,0 0-11-16,0 0 30 16,10-1 5-16,3-2 9 0,-1 3-4 15,0-2 0 1,1 2-4-16,-3 0-8 0,-2 0-10 15,-1 0-10-15,-1 0 0 16,0 2 14-16,-2 7 18 16,2-1 0-16,-6 0 4 15,2-1 0-15,3 4 10 16,-5 1 2-16,0-1 18 16,0 5-12-16,0 0-6 15,0 1-1-15,0 1 61 16,0-4-59-16,0-4-12 15,0-1 18-15,-7-2-4 0,3-1 2 16,2-1 12 0,-8 0-1-16,-3 0 1 0,1 1 2 15,-7 1-11-15,-1 0-6 16,-7-1-8-16,2-3 4 16,0-3-14-16,2 0 0 15,11 0-40-15,4-6-49 16,4-11-253-16</inkml:trace>
  <inkml:trace contextRef="#ctx0" brushRef="#br0" timeOffset="88523.65">11998 3738 250 0,'0'0'199'0,"0"0"-124"16,0 0 36-16,0 0-39 15,0 0-10-15,0 0-2 16,0 61 0-16,0-45-10 16,0 0 14-16,0 3-25 15,0-3-11-15,0 4-11 16,0-2-8-16,0 3 1 15,0 1 0-15,0 0-6 16,0 1 4-16,0 2-6 0,0-5 4 16,0 1 3-16,0 0-8 15,0 0 8-15,-5 3-4 16,3 0-4-16,2 1 7 16,-4-1-6-16,4 0-1 15,-2 0-1-15,2-3 0 16,0 0 2-16,0-1-1 15,0-3-1-15,-4 3 1 16,4-1 0-16,-2 0-1 16,2 2 13-16,0 2-12 15,0-4 3-15,0 2-1 16,0 2-1-16,0-5-2 16,0 0 6-16,0 3 4 0,-4-5-10 15,2 0 1-15,2 3 1 16,0 3 1-16,-4-3-5 15,2 2 2-15,-3 3 0 16,-1-1 0-16,6-1 0 16,-6 3 0-16,6-2 0 15,-2-1 0-15,-2 3 5 16,2 0-5-16,-2 1 0 16,2-1-4-16,-5 3 4 15,3 1 5-15,-2 1-5 16,0-1 0-16,4-1 0 15,-2 2 0-15,-3-4 0 0,3-1 0 16,2 3-4-16,-2 0 4 16,-2 2 0-16,0 2 4 15,-3 2-6-15,-1-3 5 16,4 0-1-16,-2-2-2 16,1 0 2-16,3-6 0 15,-2 3 4-15,4-1-1 16,-8-3-1-16,8 1 1 15,-7 3 1-15,7-6 4 16,-4 2 1-16,2 4-6 16,-2-4 6-16,4 0-8 15,-2-2 2-15,1 0-5 16,-1-1 0-16,4-1 0 16,0 4-2-16,-2-2 2 0,-2 7-1 15,2 3-4-15,-2 0 5 16,-2 0 0-16,4 2-1 15,-2-4-1-15,1-1-1 16,-1-5-2-16,4-2 4 16,0-1-6-16,-2 2 2 15,2-4-5-15,-4 1 7 16,4 1 3-16,0-1-2 16,-2 1-3-16,2 6 0 15,0 0-7-15,-6 2 5 16,6 3 4-16,-4-5-1 0,-2-4 2 15,6 0-1 1,0-3-4-16,-5 0-9 0,5-4-8 16,-2-1 15-16,2-4 3 15,0 0-20-15,-4-3-13 16,4 0-15-16,-2-3-33 16,-2-3-80-16,-2 0-178 15</inkml:trace>
  <inkml:trace contextRef="#ctx0" brushRef="#br0" timeOffset="89468.06">12645 4823 539 0,'0'0'135'0,"0"0"1"15,0 0-5-15,0 0-87 16,0 0 3-16,0 0-11 16,0-4 5-16,0 4-6 15,0 0-15-15,0 7-6 16,0 10 10-16,0 3 3 16,0 5-10-16,-5 6 1 0,-1 2 0 15,0-1-13 1,0-1-2-16,0-3-1 0,-1-9-4 15,3-8-15-15,4-6-42 16,0-4-85-16,0-1-143 16,0 0-69-16</inkml:trace>
  <inkml:trace contextRef="#ctx0" brushRef="#br0" timeOffset="90174.01">12628 4790 64 0,'0'0'572'16,"0"0"-502"-16,0 0 69 16,0 0-62-16,0 0-13 15,0 0-6-15,35-53-20 16,-16 41 2-16,-5 2-12 15,5-1-7-15,4 4-6 16,-5 3-11-16,-1 3 2 16,-5 1-6-16,1 0-3 15,-7 4-17-15,0 4 5 16,-4 6 15-16,-2-1 11 0,0 2-5 16,0 3 4-1,-8-1-6-15,-3 0-3 0,-1-4 4 16,-2-2-4-16,1-1 1 15,3-6-2-15,-1-1-2 16,3-3 1-16,4 1-4 16,-2-1 5-16,4 0 0 15,2 0-1-15,0 0-3 16,0 0-4-16,0 3-6 16,0-3-15-16,0 2-16 15,0 0 27-15,12-2 15 16,1 1 3-16,-1-1-10 15,0 0 9-15,7 3 0 16,-7-1-1-16,-1 3-9 0,-3 3-20 16,-4 0 31-16,4 3 19 15,-3 3-18-15,-5 2 2 16,0-1 0-16,0 0 23 16,0 2-17-16,-5-4-3 15,-7 2 8-15,4-2 0 16,-5 1 11-16,1-3-1 15,-5-1-6-15,5-2-7 16,0-3 0-16,-1-2-4 16,1-3 0-16,-1 0-2 15,1 0-5-15,-5-4 0 16,5-3-1-16,4 1-11 16,2-1-7-16,1 6-10 0,5-3-35 15,0 1-45-15,0-2-103 16,5-3-156-16</inkml:trace>
  <inkml:trace contextRef="#ctx0" brushRef="#br0" timeOffset="90634.24">13118 4887 362 0,'0'0'333'0,"0"0"-243"16,0 0 72-16,0 0-124 15,0 0-5-15,0 0 4 0,-4 0-7 16,4 0 3-16,0 0 5 15,6 0-11-15,0 0 2 16,7 0-5-16,-1 0-19 16,5 0-5-16,1 0-5 15,7-2-36-15,4-8-61 16,-2-1-113-16,-4 0-336 16</inkml:trace>
  <inkml:trace contextRef="#ctx0" brushRef="#br0" timeOffset="91133.57">13403 4953 715 0,'0'0'18'0,"0"0"108"15,0 0-18-15,0 0-101 16,0 0 1-16,0 0-1 15,91-79-6-15,-76 65-1 16,1-3 0-16,-3 3-12 16,-1 0 2-16,-4 1-11 15,1 3 1-15,-7 5 3 16,-2 0 15-16,0 5 2 16,0 0 17-16,0 0 12 15,0 0 2-15,0 0 4 16,0 0-12-16,0 0-6 15,0 8 21-15,0 7-7 0,0 9 3 16,-11 9-2 0,3 5-10-16,-2 7 13 0,1 2-16 15,3-6-19-15,2-5-23 16,4-10-88-16,0-11-394 16</inkml:trace>
  <inkml:trace contextRef="#ctx0" brushRef="#br0" timeOffset="93000.72">14218 3807 449 0,'0'0'36'0,"0"0"67"15,0 0-38-15,0 0-25 16,0 0 24-16,0 0-16 16,0 70 9-16,0-52-14 15,0 1-6-15,0 0-11 0,0 0-5 16,0 3-7-16,-2 1 7 15,2 1-12-15,0 3 1 16,-9-1 0-16,9-2-3 16,0 3-6-16,0 0-1 15,-2 2-1-15,2-3 1 16,0 1-1-16,0-1 0 16,-4-2 0-16,4-3 2 15,-2 0-1-15,-2 0 0 16,4-1-3-16,0-1 1 15,0-2 2-15,0 1 1 16,0 1 0-16,0-1-1 0,-2 1 12 16,2 3-3-16,0 0-4 15,0 0 4-15,0 2 14 16,0 0-21-16,0-3 3 16,0 3 5-16,0-6-8 15,0-1 1-15,0 3 16 16,0-2-9-16,0 0-7 15,0 0-3-15,0 0 8 16,0-2-2-16,-4 0-4 16,4 2 2-16,-2 1 5 15,2-4-7-15,-4 2-1 16,4 0 0-16,0 2-1 16,-3 0 0-16,-1 1 2 0,2 3 1 15,-2-5-2-15,2 0 0 16,-2 2 0-16,2 1 1 15,2-3-1-15,0 1-1 16,0 1 0-16,0 0 0 16,0 1 0-16,0-3-1 15,-4 0 0-15,2 1 1 16,-2-1-1-16,1-3 0 16,-1 0 0-16,2-1 0 15,-2-1 1-15,2 4 2 16,-2-3-2-16,4 4 0 15,-2-2 0-15,-2 4 0 0,2 0-1 16,-3-1-1 0,-1 1 2-16,2-3 0 0,2-2 1 15,-2 3-2-15,4 0 1 16,-2-3-1-16,-2 1-2 16,4 4 2-16,-2-1-1 15,-5 1-4-15,7 3 3 16,-4-1-8-16,2-5 11 15,2-1-1-15,0-1 1 16,0-2 0-16,0 0-5 16,0 3 4-16,-4-2-1 15,4 5 1-15,0-3 1 0,-2 3 0 16,-2-2-1-16,4 2 1 16,0 1 0-1,0-2 2-15,0 0-2 0,0-1-2 16,0 1 2-16,0-1 0 15,0 3 0-15,0-1 1 16,0-1-2-16,0-2 2 16,0 1-1-16,0 0 0 15,0-1-1-15,0 3 1 16,-2 4 1-16,2-4-1 16,-4 2 0-16,4-2-1 15,0-3 2-15,0-5-1 16,0-1 0-16,0-2-2 15,0 1 2-15,0 5 0 16,-2-2-1-16,2 2-6 0,-4-3 5 16,-3-2-10-16,7-1-48 15,-2-3-75-15,-4 1-84 16,-4-6-135-16</inkml:trace>
  <inkml:trace contextRef="#ctx0" brushRef="#br0" timeOffset="94757.92">1031 5579 30 0,'0'0'219'0,"0"0"-183"15,0 0-6 1,0 0-11-16,0 0-4 0,0 0 0 15,0 0 15-15,0 0 12 16,0 0 1-16,0 0 7 16,0 0-12-16,0 0-38 15,0 0-13-15,0 0-46 16,-2 0-41-16,-4 0-121 16</inkml:trace>
  <inkml:trace contextRef="#ctx0" brushRef="#br0" timeOffset="97358.69">1031 5579 279 0,'-37'10'26'16,"37"-10"20"-16,0 0 23 15,0 0 9-15,6 0 7 16,3 0-22-16,-1 0 0 16,0-2-5-16,3 1-11 15,1-2-21-15,0 2 20 16,1 1-15-16,1-1-17 16,3-2-6-16,-1 0 2 15,-1-1 0-15,3-1-1 0,1 3 2 16,-2 2-5-16,-1 0 0 15,-8 0-6-15,5 0 0 16,-1 0 1-16,-1 0 0 16,1 0-1-16,0 0-2 15,1 0-8-15,-3 0 8 16,2 0-6-16,1 0-6 16,-1 0 3-16,3 0 6 15,1 2-3-15,3 3 8 16,0-1 0-16,3-1 5 0,-3-2-3 15,2 1 1 1,-1-2-3-16,5 0 2 0,0 0 2 16,2 0-3-16,0 0 6 15,-7 0-7-15,3 1 0 16,-9 0 2-16,-1-1-2 16,1 0 3-16,1 0-3 15,-3 0-2-15,5 0 2 16,1 0 0-16,1 0 20 15,4 0-17-15,-3 3 6 16,5-3-8-16,2 0 10 16,6 0-6-16,2 0-2 15,0 0-2-15,3 0 0 16,-5 0 0-16,2-3-1 0,0 3 0 16,-8 0 0-16,2 0 0 15,-4 0 0 1,6 0 1-16,2 0-1 0,0 0 1 15,6 0 0-15,0 0-1 16,3-1-9-16,-1-4 9 16,2-1 0-16,-1 3-12 15,-3 1 2-15,0 2 10 16,-6 0 0-16,5 0-5 16,-3 0 5-16,2 0 0 15,4 0 0-15,3 2-2 16,1-2 1-16,-1 0 1 15,-7 0-11-15,6 0 1 0,-6 0 9 16,9-2-3-16,-9-3-11 16,4 2 15-16,-1 0 0 15,5 0-8-15,-6 2 8 16,3 1 9-16,-1 0-9 16,-2 0 0-16,7 0 0 15,-7 0 3-15,9 0 1 16,-1 0-4-16,3 0 5 15,4-2-4-15,1-5 1 16,3 2 1-16,-2-2-2 16,4 1 1-16,2 3 1 15,0 0 2-15,4 0 4 0,0 1-4 16,-4-1-2 0,-2 2-6-16,0-1 4 15,-4 1-2-15,4 0 1 0,-6 0 0 16,-1-1 1-16,1-1-1 15,-8 0 0-15,1 1 1 16,-3 0-1-16,-3 2 0 16,-4 0 0-16,5 0 2 15,-5 0-1-15,-2 0-1 16,0 0 0-16,-2 0 0 16,2 0 0-16,-4 0 2 15,4 0-4-15,-2-3 0 16,1 3 2-16,-1-1-5 15,2 0 4-15,0 1-6 16,2-2 5-16,4 2 0 0,3 0 2 16,-3 0 0-16,-2 0 0 15,7 0-4-15,-7 2 4 16,9-2 0-16,1 0-1 16,3 0 1-16,4 0 0 15,4 0 0-15,-2 0 1 16,6-6 1-16,2-2-2 15,0 1 0-15,-2 0 1 16,2-1 0-16,0 2-1 16,3 1 1-16,-3-1-1 15,-2 2 0-15,8-1 0 16,-1 3-1-16,1-2 1 0,0 0 0 16,-1 0-1-16,-3-3-5 15,0 0 5-15,2 1 1 16,-2 1-1-16,-1 2 1 15,-5 0-1-15,-2 2 1 16,-5 1-1-16,-1 0 0 16,4 0 1-16,-2-2 0 15,-2 1-2-15,1 1 0 16,-7 0 0-16,8 0 4 16,-7 0-4-16,5 0 1 15,2 0 0-15,2 0-5 16,-2 0-5-16,-3 0 2 15,-3 0-2-15,4 0 9 0,-5 0 0 16,5 0 1 0,0-1 0-16,-3 1 2 0,1 0-4 15,-2-3-1-15,-3 3-6 16,1 0-26-16,-3 0 14 16,1 0 2-16,-3 0-2 15,1 0 21-15,-1 0-1 16,0 0 2-16,3 0 0 15,-7 0 2-15,9 3-1 16,-1-3-1-16,3 0 2 16,4 0 0-16,1 0-2 15,3 0 0-15,-6 0 0 16,2 0-1-16,-5 0 1 0,5 0-1 16,-2 0 1-1,4 0 0-15,-1 0 1 0,1 0 0 16,2 0-2-16,-2-3 1 15,4-2 0-15,-4 2 0 16,-1 0 2-16,5 1-2 16,0 1 0-16,-4 1 1 15,2 0 1-15,-4 0-2 16,2 0 0-16,4 0 0 16,6 0 1-16,-8 0 1 15,2 0 2-15,-1 0-2 16,-3 0 0-16,2 0 1 15,0 0-1-15,2 0 4 16,4 0-5-16,-2 0-1 0,-2 0 2 16,0 0-2-1,-4 0 3-15,0 0-3 0,-3 0 4 16,-3 0-4-16,4 0-1 16,-5 3 1-16,3 0 1 15,-2-1-1-15,-1-1-2 16,7 1 2-16,2 1 0 15,2-3 0-15,-4 0 2 16,-3 0-2-16,-1 0 1 16,2 0 2-16,-5 0-2 15,3 0 0-15,2 0-1 16,-5 0 0-16,1 0 0 0,0 0 1 16,-5 0 0-16,5 0-1 15,-1 0 0-15,1 0 0 16,4-3 1-16,-5 0 0 15,9-1 0-15,-4 0-1 16,-2 1 0-16,1 0 2 16,1 2-2-16,8-2 1 15,-2 1-1-15,2 0 0 16,-2 1 1-16,0 1 0 16,-4-2 0-16,2 2 0 15,-2 0 23-15,-1-1-15 16,-1-1-3-16,-4 2-4 15,3 0-1-15,-9 0 0 16,1 0 1-16,-7 0-2 16,-7 0 0-16,-3 0 2 0,-1 0-2 15,-4 0 3-15,0 0-2 16,-5 0 0-16,-5 2 1 16,1-1-2-16,-8 1-2 15,1 1 2-15,-3 0 0 16,-4-3 3-16,0 0-2 15,0 0 3-15,2 0-1 16,2 0 4-16,-2 0 2 16,13 0 1-16,-7 0 10 15,2 0-16-15,3 0-3 0,-1 0-1 16,-6 0 0-16,2 2 9 16,-3 1-9-16,-5-2 0 15,0-1 0-15,0 0 1 16,2 0-1-16,-2 0-10 15,4 1-13-15,-4 1-8 16,6 1-5-16,0 2-24 16,5-4-1-16,-5 1-134 15,0-1 38-15</inkml:trace>
  <inkml:trace contextRef="#ctx0" brushRef="#br0" timeOffset="100538.37">1147 6405 379 0,'0'0'84'0,"0"0"-12"16,0 0 29-16,0 0-23 16,0 0-30-16,0 0-4 15,35 5 4-15,-26-4-12 16,5 2-15-16,-6-1-5 16,5 1-5-16,3 0-7 15,-1-2 2-15,1-1-5 16,7 1 0-16,-4-1 10 15,1 0 0-15,3 0-5 0,-2 0-6 16,6 0 0 0,-7 0 2-16,3 0-1 0,-2 0-1 15,6 0 0-15,-7 0 0 16,5 0 3-16,-2 0-1 16,8 0 7-16,4 0-8 15,0-4 37-15,-2 3-31 16,-2-4-7-16,2 4 2 15,-2-2-3-15,0 3 2 16,0 0-2-16,4 0 2 16,-4 0-1-16,5 0 0 15,-5 0 0-15,2 0 0 0,2 0 0 16,-4 0 3-16,8 0-3 16,-6 0 0-16,4 0 1 15,5 1 0-15,-5 2 2 16,2-1-2-16,-2 1 1 15,-4 0-2-15,7 2 1 16,-3 0 0-16,-2-2-1 16,2 2 0-16,-4-1 1 15,7-3 0-15,-7 1-1 16,6-1-2-16,-2 1 1 16,7-2 1-16,-1 0 0 15,5 0 2-15,1 0-4 16,-1 2 4-16,-5-1-2 15,1-1 0-15,1 0-3 16,-6 0 0-16,7 0 3 0,3 0 0 16,-1 0 0-16,2 0 1 15,3 0-1-15,-7 0 0 16,5 0 0-16,3 0 0 16,-4 0 3-16,4 0-3 15,3 0 2-15,1 0-1 16,2-5 1-16,2-1-1 15,-2-1-1-15,8 3 1 16,5-3-1-16,5-1 3 16,-5 3-2-16,-1-1-1 15,2 0 0-15,-1-1-1 16,-1-1 1-16,7 2 0 0,-5-3 0 16,9 0 0-16,-9-1 0 15,1-2 1-15,3 5 3 16,-1-3-5-16,-3 3 2 15,3 3 0-15,-3-2-1 16,7-1 0-16,1 3 0 16,-3-3 0-16,-1 2 0 15,-3-3-1-15,7 2 1 16,-3-1 1-16,-3-1 0 16,1 1 2-16,-5-2 0 15,1 2-3-15,-1-3 0 16,-2 2 1-16,3-1-1 15,-3 0 4-15,-2 4-4 0,5-2 0 16,-1 1-1-16,0 2 0 16,-4 0 0-16,-1 0 1 15,-5 2-4-15,2-1 1 16,-2 1 3-16,0-1-1 16,-4-1 2-16,4 1-3 15,-7 0 4-15,3 0-3 16,0 1 1-16,0-1 0 15,-2 0 1-15,0 0-1 16,-3 1 0-16,1-1 0 16,-4 1 0-16,4 1 2 15,-1-1-2-15,7-1 0 0,-2 2 1 16,2-3-2 0,4-3-1-16,-8 4 0 0,0-2 0 15,0 0 1-15,-3 1 1 16,5 4 0-16,-6 0 0 15,0-3 0-15,-1 0-2 16,1-1 1-16,-3 2 1 16,1 0 0-16,2 1 0 15,-7-1-3-15,9 1 3 16,-4 1 3-16,1-2-3 16,1 1 0-16,0-2 0 15,-1 1 0-15,9-1 0 16,-2 0 0-16,0 1 0 15,0 0-3-15,-6-1 1 0,1 1 1 16,1-1-1-16,2 2 2 16,2-2 1-16,-2 1-1 15,4-1-2-15,-1-1 2 16,-3 1 0-16,0 0 0 16,2 0 0-16,-2 0 2 15,0 1-2-15,4-1 3 16,-5 1-3-16,3 0 0 15,0-3 0-15,2 3 1 16,6-2-1-16,-4 1 0 16,4 3 0-16,-6-1 0 15,-4 1-1-15,2 0-1 16,-4-2 4-16,4 2-2 0,0-3 0 16,-1 3 0-16,1 0-3 15,-2-4 6-15,-2 1-4 16,2 2 1-16,-1-1 0 15,-1 1 4-15,4 1-3 16,-6-2 0-16,6 0-1 16,-7 2 0-16,7 0 3 15,2 0-3-15,2 0 0 16,4 0 2-16,0-1 1 16,-4-1-2-16,-2 1 0 15,2-3-1-15,0 3 2 16,3-1-4-16,3 0 1 15,-4 1 1-15,-2-2 0 16,0 1 1-16,-2-3-1 16,-4 1 0-16,-3 2 2 0,1-2-2 15,-4 2 0-15,-3 2 2 16,1 0-1-16,-5 0 0 16,-1 0-1-16,-3 0 1 15,8 0-1-15,-3 0 1 16,3 0-1-16,1 0 3 15,-7 0-3-15,-2 0 0 16,1 0-1-16,-3-1 1 16,0 1 0-16,-2 0 0 15,3 0 2-15,-3 0-1 16,-2 0 0-16,2 0 4 16,0 0-3-16,-2 1 1 0,4-1 1 15,-2 2 5-15,3 2 3 16,1-4 2-16,-6 0-7 15,4 2-1-15,2 1-1 16,-5-2 0-16,-1 1 1 16,-2-2-3-16,-5 0-2 15,8 0 2-15,-8 0-1 16,5 1-1-16,-8-1 3 16,2 2-4-16,-6 0 0 15,-7-2 1-15,-2 0-1 16,-8 3 1-16,-2-3-1 15,0 0 0-15,5 1 2 16,-5-1-1-16,0 0 1 0,0 0-1 16,0 0 1-16,0 0-1 15,0 0 1-15,0 0-2 16,0 0 0-16,0 0-13 16,0 0-22-16,0 0-51 15,0 0-140-15,-11-4-246 16</inkml:trace>
  <inkml:trace contextRef="#ctx0" brushRef="#br0" timeOffset="109350.51">1044 7445 134 0,'0'0'60'0,"0"0"-10"16,0 0-9-16,0 0 4 16,0 0 2-16,0 0-9 0,0 0 3 15,37 2-12-15,-33-2 6 16,-4 0 3-16,6 0-6 16,-6 0 0-16,7 0 2 15,-5 0-11-15,4 0 1 16,-2 0-8-16,8 0 18 15,-1 0-29-15,-3 0 0 16,4 0 19-16,1 0-19 16,3 0 1-16,-1 0 4 15,1 0-8-15,3 0 6 0,-2 0 0 16,-3 0-1 0,3 0-3-16,-1 0 3 0,3 0-4 15,-5 0-2-15,5 0 3 16,-1 0-3-16,5 0 2 15,0 0-2-15,-5 0 1 16,1 0-4-16,2 1 4 16,-1 4 0-16,-1-5 0 15,0 0-2-15,1 4 0 16,-1-3 0-16,4 3 8 16,-7-2-2-16,3-2-6 15,-5 3 2-15,5-3 9 16,-3 2-10-16,7-2-1 15,-4 0 0-15,-1 0 0 16,5 0 7-16,-2 0-6 0,1 0 8 16,-1 0-8-16,6 0 8 15,-6 0-9-15,3 0 1 16,1 0-2-16,2 0 18 16,-2 1-31-16,2-1 23 15,8 0-9-15,-4 0 13 16,0 0-10-16,4 0-2 15,0 0 0-15,2 0 5 16,1-3-3-16,-1 0-3 16,2 1 3-16,0-2-3 0,-1 3 0 15,3-3 0 1,0 3 0-16,1-4-8 0,-3 1 8 16,0 2 0-1,1 2 1-15,-3-2-1 0,8 1 0 16,-1-2 4-16,-1 1-4 15,0-1 0-15,-1 1-6 16,1-1 6-16,-1-1 0 16,-1 2-1-16,-4 0 1 15,0 0 0-15,0 0-1 16,3 1 1-16,-3 1 2 16,0 0-2-16,-2 0 0 15,-2 0 0-15,3 0 2 16,-1-1-2-16,-2-2 0 15,2 2 0-15,-4-2 0 0,4 3 8 16,-4-1-8 0,4-2 0-16,-4 2 8 0,0-2-8 15,4 3 1-15,-4 0-1 16,-2 0 0-16,2 0-3 16,-2 0 3-16,-2 0 0 15,2 0-8-15,0 0 8 16,-2-2 0-16,2 2-3 15,-2 0 3-15,8 0 0 16,0 0 1-16,0 0-1 16,-2 0 0-16,4 0 0 15,-1 0 0-15,-1 0-1 16,-4 0 1-16,0 0 0 16,4 0 2-16,0 0-2 0,-2 0 0 15,4 2 2-15,5-2-2 16,-5 0 0-16,8 0 1 15,-5 0-1-15,5 0 0 16,-6 0 2-16,9 0-2 16,-1-5-1-16,1 1 1 15,2-1 0-15,-1 2 0 16,5-4 0-16,0 2 1 16,-3 0 2-16,3 1-3 15,0 3 0-15,2-2 1 16,4 3 1-16,2-3-2 15,4 0 0-15,-2 3-1 16,-2-3 2-16,-2 3-2 0,2 0-4 16,-2 0 5-16,6-2 0 15,-4 2 1-15,2-1-2 16,-2 1 1-16,-2-2 0 16,6-1 1-16,-4 2 1 15,-2-1-2-15,2-2 4 16,0 3-4-16,-2-2 0 15,6 0 0-15,2 1 1 16,3-2-3-16,1 0 4 16,-6 1-3-16,2 2 1 0,-6 0-2 15,2-1 1 1,-2 0 1-16,5 2 0 0,-7 0-1 16,2 0 1-16,-2 0 0 15,-1 0 1-15,-1-1-1 16,0-1 0-16,-4 1 1 15,2-1-2-15,0 2 3 16,-3 0-2-16,3 0 1 16,2 0 1-16,0-3-2 15,6 3 0-15,2-3 0 16,-8 3 0-16,2-3-1 16,0 3-3-16,0-2 4 15,0 0 0-15,0 2 0 16,-4-3-1-16,4 3 1 15,-3-1 0-15,1 1 1 0,-2 0-1 16,0 0 0-16,4 0 0 16,-2 0 1-16,0 0 0 15,-1 0 1-15,1 0-2 16,2 0 1-16,6 0-2 16,1 0 2-16,-1 0-2 15,2 0 2-15,-4 0-1 16,-6 0 0-16,2-3-4 15,0 2 4-15,2 1 0 16,-2 0 0-16,0 0 0 16,0 0 0-16,2 0 1 15,-7 0-1-15,3 0-1 16,-2 0 1-16,4 0 1 16,-6 0 1-16,2 0-1 0,4 0-1 15,0 1 0-15,6 2 0 16,-4-3 0-16,4 0 0 15,0 0 0-15,-8 0 3 16,2 0 1-16,4 0-4 16,-2 0 0-16,0 0 0 15,4 0 0-15,-4 0 3 16,2 0-2-16,-2-3-1 16,4 1 4-16,1-2-4 15,-1-2 3-15,-4 3-2 16,10-2 3-16,-6 0 2 0,9 2-5 15,1-1 0 1,-6 2 0-16,7-2 0 0,-9 1 0 16,2 2-1-16,-1-1 2 15,-1-1 3-15,4 1-5 16,-6 1 1-16,0-2-1 16,-4 2 3-16,3-2 0 15,-8 3 1-15,3 0 3 16,0-3 3-16,-4 3-10 15,2-2 5-15,-2 2 2 16,6 0-6-16,4 0-1 16,0-1 4-16,-6-1-3 0,0 1 6 15,-6-1-7 1,2 0 12-16,-3 2-7 0,3 0 0 16,-2 0 1-16,-5 0-3 15,5 0-3-15,-6 0 2 16,-5 0 0-16,1 0-2 15,-7 0 0-15,0 0 0 16,2 0 2-16,-6 4-2 16,2-3 0-16,-4 2 1 15,0 0 1-15,3-1-1 16,-14-2-1-16,5 3 0 16,-2-3 0-16,-5 0 0 15,-1 1 0-15,-5 1-1 0,-5 0 0 16,-1 0-1-1,-6-1-4-15,0 1 5 0,2-2 1 16,-2 0 0 0,0 2 1-16,0-2 0 0,4 0-1 15,-4 0 0-15,2 0 0 16,-2 0 0-16,4 1-1 16,-2 1 3-16,4-1 0 15,5-1 0-15,-5 0 6 16,2 2-2-16,-2-2-5 15,3 0 2-15,-3 0-3 16,0 0-2-16,-6 0 2 16,2 0 0-16,-2 0 0 15,4 2 1-15,-2-2 1 0,-2 0-2 16,7 0-3-16,-1 0 3 16,0 0 0-16,0 0 0 15,4 0-1-15,-1 0 1 16,3 0-1-16,-2 0-13 15,-3 0 10-15,-3 0-9 16,-2 0-14-16,-2 1-42 16,0 1-75-16,0 0-194 15</inkml:trace>
  <inkml:trace contextRef="#ctx0" brushRef="#br0" timeOffset="119925.75">1153 7250 469 0,'0'0'252'0,"0"0"-135"0,0 0 71 16,0 0-93-16,0 0-50 16,0 0-2-16,-2 0-5 15,2-6-19-15,0-13-15 16,9-6 15-16,7-8-5 16,-1-6-12-16,7-3-2 15,1-1 0-15,2-2-15 16,0-4 0-16,0 0-2 15,-3-1-4-15,-1 2-7 16,-2 3 2-16,-5 1 0 16,1 7-15-16,-5 2 0 0,-2 9-10 15,-4 7 33 1,-2 10-22-16,2 5 40 0,-4 4 16 16,0 0 9-16,0 0 5 15,0 0-11-15,0 0-15 16,0 0 5-16,0 0-3 15,0 0 1-15,0 2 4 16,0 7-2-16,0 3-2 16,0 2 2-16,0 5 0 15,0 3-4-15,-6 5 6 16,0 3-1-16,0 4 0 16,-4 1-7-16,1 5 3 0,3-4 4 15,2-3-6 1,0-6 2-16,2-6 1 0,2-6-3 15,0-2-2-15,0-3 1 16,0-2-5-16,0-4 5 16,0 0-6-16,2-1 3 15,6-3-6-15,-6 0-3 16,8 0 6-16,-1-2-4 16,7-15-2-16,-1-3 1 15,3-7-1-15,-1-2-9 16,1 4-2-16,-1 2 3 15,-5-2 2-15,-5 5-9 16,-1 3 15-16,-4-1 4 16,2-2 0-16,-2 4-2 15,2-1-13-15,-2 2-4 0,2 7 12 16,-4 2 6 0,2 3 6-16,3 3 5 0,-5 0-5 15,0 0 13 1,0 0 4-16,0 1-3 0,0 9 14 15,0 6-8-15,0 5 11 16,-5 4-1-16,-1 5 13 16,-2 2-21-16,-4 3 8 15,1 2 0-15,3 0-2 16,2-3-9-16,0-4-5 16,1-6-10-16,3-5-4 15,2-4-3-15,0-3-43 0,7-5-80 16,1-7-275-1</inkml:trace>
  <inkml:trace contextRef="#ctx0" brushRef="#br0" timeOffset="121666.32">1637 7174 616 0,'0'0'148'0,"0"0"-34"15,0 0 40-15,0 0-73 16,0 0-44-16,0 0-6 16,-18 34-10-16,11-23-13 15,7 1 1-15,-4 1-8 16,4-2-1-16,0-5-1 0,0-1-15 16,0 1-36-16,0-6-65 15,6 0-144-15,5 0-138 16</inkml:trace>
  <inkml:trace contextRef="#ctx0" brushRef="#br0" timeOffset="121920.63">1672 6958 617 0,'0'0'108'16,"0"0"-13"-16,0 0 20 16,0 0-104-16,0 0-11 15,0 0-35-15,-4 21-112 16,4-18-141-16</inkml:trace>
  <inkml:trace contextRef="#ctx0" brushRef="#br0" timeOffset="122481.47">1749 7200 332 0,'0'0'214'15,"0"0"-167"-15,0 0 56 16,0 0-41-16,0 0-35 16,0 0 27-16,14-14-30 15,-5 8-15-15,1-3-9 16,-4-1-16-16,-4 3 11 16,2-3-17-16,-2 4 18 15,2 2-11-15,-4 3 15 16,0 1 0-16,0 0 12 15,0 0-1-15,0 2-11 16,0 9-7-16,0-1 2 16,0 4 5-16,0 2 3 15,0 6 9-15,0 1 0 16,0 4-6-16,7 0 17 16,1-2 7-16,-2-5-9 0,-2-4 12 15,-2-5-11-15,-2-2 9 16,0-5-4-16,0-2-1 15,0-2-3-15,0 0-9 16,0 0-14-16,-8-2-57 16,-4-14-78-16,1-8-152 15,-1-6-260-15</inkml:trace>
  <inkml:trace contextRef="#ctx0" brushRef="#br0" timeOffset="122648.43">1807 6972 709 0,'0'0'211'0,"0"0"-159"16,0 0-52-16,0 0-16 16,0 0-217-16,0 0-86 15</inkml:trace>
  <inkml:trace contextRef="#ctx0" brushRef="#br0" timeOffset="124329.31">1145 8134 502 0,'0'0'127'0,"0"0"25"16,0 0 5-16,0 0-88 16,0 0-17-16,0 0-16 15,0 0-29-15,0-4-7 0,0 10-3 16,0 8 3-1,0 5 10-15,-4 10-3 0,2 3-4 16,-2 4 4-16,4-1 3 16,0-7-3-16,0-3 10 15,0-9-1-15,0-8-4 16,0-3-11-16,4-5-1 16,8 0-6-16,1-23-5 15,7-9 5-15,3-10-6 16,2-3-2-16,4-6 13 15,-4-5-17-15,-3-3 12 16,3-1-12-16,-4-3 5 16,2 4-14-16,-7 4 15 15,3 6-16-15,-7 11-7 16,-3 16 5-16,-3 9 20 0,-6 10 10 16,0 3 15-16,0 0 36 15,0 0-17-15,0 9-24 16,-2 6-7-16,-5 4 4 15,-3 7 6-15,4 5 12 16,-6 7-3-16,3 2-5 16,-1 6-8-16,-2 6 0 15,-1 6 3-15,-3-2-5 16,1 4 0-16,-1-3-3 16,3-6 1-16,1-12 7 15,1-13 3-15,9-14-7 16,2-6-8-16,0-6-12 0,2 0-23 15,15-23 6-15,2-11-16 16,3-15 28-16,9-7 13 16,-2-10-55-16,4-2-20 15,2 1 0-15,1 0 14 16,-3 5 65-16,2 7 1 16,0 9 1-16,-14 14 4 15,-5 7 2-15,-8 16 2 16,-8 5 19-16,0 4 42 15,0 0 24-15,0 6-58 16,-8 8-16-16,-4 6-3 16,-7 5 0-16,1 5 5 15,1 8 2-15,-2 4-7 0,-3 4-5 16,1 7 3 0,2 6-4-16,-7 0-1 0,7 3 4 15,4-8-6-15,3-3-9 16,6-10-1-16,6-6-26 15,0-13-57-15,0-11-229 16,6-11-274-16</inkml:trace>
  <inkml:trace contextRef="#ctx0" brushRef="#br0" timeOffset="125190.15">1612 8258 251 0,'0'0'23'0,"0"0"21"0,0 0-12 15,0 0-20-15,0 0 18 16,0 0 24-16,0 0-15 15,-4 0 17-15,4 0-1 16,0 0-16-16,-2 0 5 16,2 0 0-16,0 0-14 15,0 0-4-15,0 0-10 16,0 0-5-16,0 0 0 16,0 0-11-16,0 0-8 15,0 0-12-15,0 0-11 16,0 0-11-16,0 0-38 15,0 0-56-15,0 0-104 0</inkml:trace>
  <inkml:trace contextRef="#ctx0" brushRef="#br0" timeOffset="127122.83">1712 7909 446 0,'0'0'278'0,"0"0"-215"16,0 0 62-16,0 0-74 16,0 0-27-16,0 0 34 15,0 0-4-15,22-11-20 16,-13 1 0-16,1 1-25 16,0 0-9-16,-4-3-4 15,1 2 0-15,-1-3-18 16,-4 3 10-16,-2-1 3 15,0 3-11-15,0 1 18 16,0 1 2-16,0-2-1 16,-2 0-8-16,-2 2-10 0,-2-1-13 15,3 2-17 1,-1 0-3-16,4 2 27 0,0 3 9 16,0-2-7-16,0 1-2 15,0-1 8-15,0 2 13 16,7-2 4-16,-1 0 2 15,0 2 0-15,4 0-2 16,-1 0 2-16,1 0 0 16,-2 0 7-16,2 0-5 15,-1 0 6-15,-1 0 3 16,-6 4-10-16,2 1 3 16,-2 2 0-16,-2 3 15 0,0 2 4 15,0 6-2 1,-2 3-12-16,-12 3-3 0,1 2-8 15,1 0 2-15,0 2 4 16,3-4 0-16,3-3 4 16,6-5 2-16,0-4-12 15,6-9-45-15,19-3-80 16,6-3-184-16</inkml:trace>
  <inkml:trace contextRef="#ctx0" brushRef="#br0" timeOffset="133280.34">5071 5797 561 0,'0'0'25'0,"0"0"89"15,0 0-14-15,0 0-43 16,0 0-23-16,0 0 17 15,0 0-21-15,0 0 2 16,-35-11-2-16,26 11-14 16,5 0-2-16,-4 3-14 15,4 6 2-15,-5 3-2 0,3 1 0 16,-8 6 0 0,5 1 1-16,3 2 0 0,-4 0 0 15,4-2 0-15,0 0 0 16,3-2-1-16,3-1 1 15,0-7-2-15,0 2 1 16,0-5 0-16,13-3 0 16,-1 1 1-16,11-5-1 15,-4 0-1-15,-1 0-12 16,3-3-17-16,-5-9 6 16,-3-3-1-16,-3-1 13 15,-4-4 12-15,-4 0 3 16,3-1 4-16,-5 1-7 0,0 1-3 15,0 5 0 1,-7-2 1-16,-3 4 0 0,-2 3-6 16,-1 3-1-16,3 4 6 15,2 2 3-15,1 0-6 16,-3 15-18-16,8 6-25 16,-4 5-36-16,2 5-56 15,2-2-119-15</inkml:trace>
  <inkml:trace contextRef="#ctx0" brushRef="#br0" timeOffset="133906.25">5205 5997 410 0,'0'0'56'15,"0"0"7"-15,0 0 42 16,0 0-40-16,0 0-15 16,-14 79 23-16,7-54-2 15,-3 6-13-15,4-3-28 16,0-3-19-16,-1-4-11 16,3-6-15-16,4-6-173 15,0-9-341-15</inkml:trace>
  <inkml:trace contextRef="#ctx0" brushRef="#br0" timeOffset="147036.31">5629 5862 481 0,'0'0'151'16,"0"0"-43"-16,0 0 5 16,0 0-26-16,0 0-43 15,0 0 3-15,0 0-13 0,-4-24-5 16,4 21 0-16,0-4-12 16,0-1 0-16,0-2-6 15,8-1-11-15,0 0 5 16,5 0-5-16,-3 3 1 15,2 2-4-15,1 4 0 16,-1-1-9-16,-4 3-4 16,3 0 4-16,-1 0 0 15,-4 0-7-15,0 4-4 16,-3 5 23-16,-3 6 6 16,0 1 1-16,0 1-3 15,-3 0-2-15,-9-1 5 0,2-1-6 16,-3-2 0-1,1-1 2-15,0-2-3 0,1-3 1 16,5-4 0-16,0 1 3 16,0-1-2-16,-1-1-1 15,5-2-1-15,2 0 3 16,-4 0-1-16,4 0-2 16,0 0-3-16,0 0-11 15,0 0-12-15,0 0 3 16,6 0 16-16,5 0-17 15,-3 0 14-15,4 0-1 16,1 2-7-16,-3 1-19 16,3 4 26-16,-7-2 4 15,4 6 7-15,-4 1 1 16,-4-2 3-16,-2 5 2 0,0-3 4 16,0 1 1-16,0-1 9 15,-2-1 5-15,-8-2 1 16,0 1 0-16,-3-4 5 15,5-2-3-15,-4-1 3 16,1-2-7-16,-1-1-8 16,-3 0 1-16,3 0-4 15,-5 0-4-15,5 0-7 16,2 0-2-16,3 0-7 16,1 0-21-16,6-6-36 0,0-1-96 15,0-7-271 1</inkml:trace>
  <inkml:trace contextRef="#ctx0" brushRef="#br0" timeOffset="147760.97">5891 5856 556 0,'0'0'74'15,"0"0"53"-15,0 0-19 16,0 0-92-16,0 0-15 16,0 0 8-16,46-54-1 15,-34 43 5-15,1 5-4 16,-1-2-3-16,0 2 5 16,-3 2-2-16,-1 0-9 15,0 4 0-15,-2 0-9 0,-1 0 6 16,-3 0-8-16,2 0 11 15,-4 9 3-15,0 4 8 16,0-1 2-16,0 1-1 16,0 4 6-16,0-1-10 15,-6 3 11-15,-7-5-2 16,3 2-12-16,-1-2-5 16,-3-1 13-16,2 0-5 15,-1-1-3-15,-3-1-2 16,3-2-2-16,1 3 0 15,-5-3-1-15,9 1 0 16,-4-1 0-16,1-3 0 16,5 0 0-16,4 1 1 15,-2-2-2-15,2 1 0 0,2-3 1 16,0-1-3-16,0 1 2 16,0 1 1-16,0 1 2 15,0-1 4-15,6 2-1 16,0-3 0-16,2 2-5 15,-1-1 7-15,3 0-7 16,-2 3-2-16,5-4 2 16,-3 4 0-16,2-3-7 15,-1-1-50-15,-3-1-29 16,-2-1-46-16,5-1 17 16,-5 0-133-16</inkml:trace>
  <inkml:trace contextRef="#ctx0" brushRef="#br0" timeOffset="148189.25">5877 5865 503 0,'0'0'51'0,"0"0"59"0,0 0-6 16,0 0-79-16,0 0-2 16,0 0 16-16,2 0-2 15,2 0 6-15,2 5-9 16,0 1-5-16,1 2-2 15,-1 3 1-15,4 3-13 16,-4-2 12-16,-4 4-6 16,3 0-3-16,1 4-3 15,-4 1 1-15,2-1-4 16,-2 3-8-16,2-1-2 16,-2-5-1-16,2 0-1 15,-2-2 0-15,3-9-15 0,1 1-41 16,0-7-62-16,2 0-146 15,-2 0-172-15</inkml:trace>
  <inkml:trace contextRef="#ctx0" brushRef="#br0" timeOffset="148871.6">6185 5847 426 0,'0'0'39'16,"0"0"61"-16,0 0-14 0,0 0-42 15,0 0 0-15,0 0 5 16,0-18-13-16,0 18 14 15,0 0-28-15,0 0-13 16,-4 7-5-16,-3 5 12 16,1 4 15-16,0 1 4 15,0 4-1-15,0 3-2 16,-1-1-7-16,1 1 6 16,6-3-11-16,0-4-5 15,0-1-13-15,0-4-1 16,0-2-1-16,13-3-1 15,1-2 0-15,-1-5-8 16,3 0-10-16,1 0 18 16,-5 0-15-16,0 0 14 15,3-10-11-15,-3-4 6 0,-1 1-8 16,-5-7 15 0,-6-1 6-16,0-1-3 0,0-2 4 15,0 3-5-15,0 4 0 16,-6-1 0-16,-5 5 5 15,3 4-4-15,-4 0 5 16,1 3 3-16,3 1-10 16,-2 4 2-16,8 1-3 15,-5 0-37-15,1 0-91 16,2 0-261-16</inkml:trace>
  <inkml:trace contextRef="#ctx0" brushRef="#br0" timeOffset="151297.29">7739 5643 385 0,'0'0'75'15,"0"0"42"-15,0 0-32 0,0 0-18 16,0 0-3-16,0 0-11 16,-41-4-34-16,35 4-5 15,0 12 15-15,-1 1 0 16,1 5 6-16,-2 5-16 15,0 4 3-15,6 4-4 16,-3 1 1-16,3 0-3 16,2-3-7-16,0-6 0 15,2-9-4-15,13-1-4 16,6-9-1-16,-3-4-2 16,5 0-4-16,-2-1 2 15,-1-15-3-15,-1-1-3 0,-1-4-7 16,-5-3 7-16,-5-1 7 15,-4-4 3-15,-4 0 6 16,0-1 1-16,0 4-4 16,-12-2-3-16,-1 6-4 15,-5 4-18-15,1 5-1 16,3 5-12-16,-3 8 14 16,7 0-2-16,2 0-2 15,4 11-42-15,4 7-100 16,0 4-40-16</inkml:trace>
  <inkml:trace contextRef="#ctx0" brushRef="#br0" timeOffset="151610.1">7946 5887 463 0,'0'0'120'0,"0"0"-21"0,0 0-34 15,0 0-44 1,0 0 16-16,0 0-3 0,-17 87-2 15,11-59 0-15,-2-3-17 16,4-4-12-16,4-8-3 16,0-7-82-16,0-6-143 15,12-3-230-15</inkml:trace>
  <inkml:trace contextRef="#ctx0" brushRef="#br0" timeOffset="152104.91">8140 5600 312 0,'0'0'83'0,"0"0"-20"15,0 0 30-15,0 0-34 16,0 0 1-16,0 0-1 16,11 18-13-16,-11-2-20 15,0-2 6-15,0 2-12 16,0 2 1-16,-7 1-6 16,1 2-10-16,-4-2-2 15,0 2-3-15,-3-1 1 0,5-3-2 16,-2 1-6-1,1-1 0-15,-1-5 3 0,8-3 4 16,-4-3-1-16,6-3 0 16,0-3-13-16,0 0-7 15,0 0 3-15,8 0 18 16,2 0 3-16,9 0 26 16,-5 0 8-16,3 0-13 15,2-3 22-15,-3 1-17 16,-1-2-13-16,1 2-14 15,-1 2-2-15,1 0-8 16,-6 0-49-16,-1 0-27 16,-3 0-28-16,-2 0-162 0,-4-5-142 15</inkml:trace>
  <inkml:trace contextRef="#ctx0" brushRef="#br0" timeOffset="152377.01">8260 5732 440 0,'0'0'123'0,"0"0"-28"15,0 0 9 1,0 0-56-16,0 0 21 0,0 0-15 15,-10 74-12-15,2-51-13 16,-3 4-3-16,-1 0-11 16,-1-1-15-16,7-7 0 15,0-3-29-15,6-11-137 16,0-5-206-16</inkml:trace>
  <inkml:trace contextRef="#ctx0" brushRef="#br0" timeOffset="152929.94">8502 5534 375 0,'0'0'259'15,"0"0"-192"-15,0 0 33 16,0 0-40-16,0 0-51 16,0 0 21-16,6 7-11 15,-6 3 20-15,0 7-14 0,0 1-4 16,0 1-6-16,0 3 10 15,0 1-8-15,-10-1-6 16,0-1-8-16,1 0 5 16,-1-3-8-16,-4-2-4 15,3-1-13-15,3 0 0 16,2-4-4-16,0-2 4 16,1-4 6-16,5-1-26 15,0-3 0-15,0-1 9 16,0 0-26-16,0 0 27 15,7 0 23-15,-1 0 4 16,4 0 8-16,-2 0-3 16,3 0 13-16,-3 0 1 0,4 0-8 15,-1 0-6 1,5 0-2-16,-3 0-3 0,-1 6-5 16,-4-6-24-16,3 3 10 15,1 2-15-15,-4-4-86 16,3-1-29-16,-7 0 18 15</inkml:trace>
  <inkml:trace contextRef="#ctx0" brushRef="#br0" timeOffset="153216.63">8589 5741 258 0,'0'0'338'16,"0"0"-248"-16,0 0 12 15,0 0-38-15,0 0-51 16,0 0 31-16,-10 26 27 16,3-5-36-16,1 2 2 15,-6 1-4-15,3 3-4 16,-3-1-10-16,2-2-5 15,1-4-14-15,5-6-4 16,4-8-65-16,0-6-150 16,0 0-204-16</inkml:trace>
  <inkml:trace contextRef="#ctx0" brushRef="#br0" timeOffset="153649.34">8775 5682 187 0,'0'0'600'0,"0"0"-594"16,0 0 81-16,0 0-21 15,0 0-53-15,0 0-5 16,-27-7 4-16,25 13 0 0,-2 9 2 15,-4 6 34-15,-3 5-15 16,5 3 2-16,4 5-2 16,-2-5-13-16,4-3 1 15,0-8 3-15,16-6-18 16,-1-4-6-16,8-7-4 16,-5-1-8-16,5-5 12 15,-2-11-23-15,-3-7 5 16,-1-5-8-16,-5-2 9 15,1-3 5-15,-7 3-4 16,-6 2 14-16,0 2 2 16,0 7 3-16,-9 4 4 15,-9 7 1-15,-3 5-6 16,-6 3-2-16,-4 7-11 0,-4 14-33 16,-2 3-148-16,2 0-318 15</inkml:trace>
  <inkml:trace contextRef="#ctx0" brushRef="#br0" timeOffset="154527.26">10282 5623 231 0,'0'0'153'0,"0"0"-28"15,0 0 53-15,0 0-59 0,0 0 2 16,0 0-39-16,-6-12-12 16,-1 12-14-16,5 0-33 15,-4 0-12-15,-4 0-11 16,4 0 7-16,-5 0-2 16,-1 9-5-16,4 2-1 15,-5 3-1-15,-3 5 2 16,1 7 5-16,-1 2 1 15,3 4-3-15,7-5 5 16,2-5 6-16,4-5-3 16,4-5-11-16,15-5-1 0,3-6-2 15,5-1-2 1,4-2-2-16,2-16-3 0,0-3-5 16,-2-2-17-16,-4 1 11 15,-8-3-10-15,-5-1 28 16,-7 0 1-16,-3 1 2 15,-4 4 0-15,0 3 3 16,-19 3 2-16,1 3-2 16,-1 7-3-16,-4 5-3 15,5 0 3-15,-1 0 0 16,2 10-2-16,9-1-34 16,4 3-92-16,2-2-82 0,2 3-104 15</inkml:trace>
  <inkml:trace contextRef="#ctx0" brushRef="#br0" timeOffset="154812.91">10458 5814 428 0,'0'0'34'15,"0"0"62"-15,0 0 52 0,0 0-87 16,0 0 2-16,-9 78 5 16,-3-51-47-16,-5 0 9 15,5-2-17-15,2-7-13 16,8-7-91-16,2-11-118 15,2 0-333-15</inkml:trace>
  <inkml:trace contextRef="#ctx0" brushRef="#br0" timeOffset="155231.76">10664 5754 511 0,'0'0'181'16,"0"0"-140"-16,0 0-5 16,0 0 22-16,0 0-43 15,0 0-15-15,58-66-9 16,-43 42-62-16,3-1-4 15,-5 3-27-15,-1 2 4 16,-6 4 46-16,0 6 18 16,-6 3 34-16,0 7 15 15,0 0 44-15,-2 0 12 16,-8 9-48-16,2 7 45 0,2 0-6 16,-5 3-29-16,-1 4 36 15,4 3 12-15,-5 5-21 16,1 2 19-16,1-1-21 15,7-3-19-15,2-5-24 16,2-8-15-16,0-7-38 16,6-4-79-16,13-5-131 15,-2 0-97-15</inkml:trace>
  <inkml:trace contextRef="#ctx0" brushRef="#br0" timeOffset="155748.84">10881 5552 371 0,'0'0'16'0,"0"0"-6"16,0 0 26-16,0 0-3 15,0 0-6-15,0 0-14 16,79-19 1-16,-67 19 8 16,-1 0-15-16,-3 3 6 15,2 5 27-15,-8 2 35 0,4 0-51 16,-1 4 22-16,-5 0-20 16,0 0-13-16,0 2-2 15,0 1-4-15,-5-2-3 16,-3 2-2-16,-4-1-2 15,1 1 0-15,-1-3 0 16,-4 1 0-16,3 2-6 16,-1-2-13-16,-3 3 5 15,3-3 1-15,-1 1-3 16,3-3 16-16,4-2 2 16,1-1 2-16,3-2-2 15,-2-2 15-15,6-3 2 0,0 2-4 16,0-1 9-1,10-2 13-15,3 1-11 0,1-2 10 16,7-1 18-16,0 0-54 16,-3 0-3-16,5 0-74 15,-5 0-77-15,1-10 27 16,-7-5-347-16</inkml:trace>
  <inkml:trace contextRef="#ctx0" brushRef="#br0" timeOffset="156081.31">10898 5606 606 0,'0'0'11'0,"0"0"79"16,0 0 13-16,0 0-53 16,0 0 42-16,0 0-10 15,12 35-47-15,-3-17 0 16,-3 0 7-16,0 1-18 16,6 3-3-16,-5 0-4 15,5 1-10-15,-2 0-6 16,3-1-2-16,-1-2-6 0,5-1-45 15,-9-1-32-15,2-3-109 16,-4-2-161-16</inkml:trace>
  <inkml:trace contextRef="#ctx0" brushRef="#br0" timeOffset="156581.76">11198 5635 733 0,'0'0'34'0,"0"0"60"15,0 0 18-15,0 0-77 16,0 0-10-16,0 0-2 16,-15 8-20-16,9 13 2 15,-4 2 9-15,3 4 5 0,1 5 12 16,0 0 8-16,2 1-9 15,4-8-5-15,0-2-12 16,16-9-13-16,1-7-1 16,-3-4-14-16,5-3-7 15,0-2-4-15,-1-14-13 16,-1-3 27-16,-1-7-46 16,-3-1 36-16,-11-3-15 15,-2 2-13-15,0 0 44 16,0 3 6-16,-15 7 5 15,-7 5-5-15,-9 9-24 16,-11 4-76-16,-7 0-274 16</inkml:trace>
  <inkml:trace contextRef="#ctx0" brushRef="#br0" timeOffset="157938.91">3167 6002 60 0,'0'0'506'16,"0"0"-421"-16,0 0 67 15,0 0 12-15,0 0-90 16,0 0-28-16,0 0-6 0,0 0-19 16,16 1 19-16,5 4-23 15,8-2-12-15,8-1-5 16,7 1-24-16,9-3-80 15,1 0-315-15</inkml:trace>
  <inkml:trace contextRef="#ctx0" brushRef="#br0" timeOffset="158846.34">12696 5682 488 0,'0'0'234'0,"0"0"-227"16,0 0 124-16,0 0-33 0,0 0-71 15,95-20-16-15,-47 17-11 16,8 3-18-16,6 0-41 16,-4 0-106-16</inkml:trace>
  <inkml:trace contextRef="#ctx0" brushRef="#br0" timeOffset="161020.01">10518 6721 144 0,'0'0'266'16,"0"0"-187"-16,0 0 19 15,0 0 12-15,0 0-47 0,0 0 15 16,-25-28-17-1,19 27-21-15,1-2 7 0,3 3-9 16,-4 0-6-16,0 0-9 16,0 0-23-16,-1 0-3 15,-3 5 2-15,2 3 1 16,-2 0 4-16,-3 6-4 16,3 0 1-16,-3 5 1 15,1 5 0-15,4 3-1 16,-5 4 4-16,3 2 6 15,8 1 1-15,2-5 5 16,0-5-8-16,2-6-2 16,21-9-6-16,2-9-1 15,6 0-5-15,6-7-17 0,-6-18-2 16,2-2 0-16,-6-1 12 16,-5-2-6-16,-3 0-5 15,-7 0 22-15,-1 4 1 16,-5 1 4-16,-6 3 4 15,0 4-1-15,-4 4 1 16,-9 2-2-16,-3 3-5 16,-5 4 2-16,5 2-3 15,-3 1-16-15,1 2-16 16,5 0-38-16,1 5-66 16,1 6-42-16,3 7-66 0</inkml:trace>
  <inkml:trace contextRef="#ctx0" brushRef="#br0" timeOffset="163961.81">10761 6965 433 0,'0'0'128'16,"0"0"-34"-16,0 0 52 0,0 0-51 16,0 0-60-1,0 0 3-15,0 0 0 0,0 1-5 16,5-1-11-16,-5 2 7 16,0 1-11-16,0 6-15 15,0 2 0-15,-5 8-2 16,-1 4-2-16,-2-3-10 15,4-2-37-15,2-6-72 16,2-4-85-16,0-8-119 16</inkml:trace>
  <inkml:trace contextRef="#ctx0" brushRef="#br0" timeOffset="164582.31">10995 6725 568 0,'0'0'42'0,"0"0"57"15,0 0-31-15,0 0-43 16,0 0-6-16,0 0-3 16,-6 16 27-16,0-11-12 15,1 3-4-15,-1-2-1 16,2 4-8-16,-2-1-4 15,0 0-1-15,4 0-8 16,-2-1-4-16,4-5 0 16,0 2-1-16,0-3-3 15,0 2-4-15,0 1-5 16,0-1 0-16,6 0 2 16,4-4-15-16,7 0 21 15,-5 1-8-15,2-1-2 0,-1 2 9 16,-3 0 1-16,-4 3-1 15,1-2 5-15,-5 3-3 16,2-1 3-16,-4-3 6 16,0 4 5-16,0 1 10 15,0 0 0-15,0 1 6 16,-11 4 3-16,-1-1-12 16,-2 6-5-16,-5-4 0 15,2 2-11-15,1-6 1 16,1-3-3-16,5-4-13 15,2-2-58-15,2-3-70 16,2-16-145-16,4-7-159 16</inkml:trace>
  <inkml:trace contextRef="#ctx0" brushRef="#br0" timeOffset="164816.1">10960 6713 671 0,'0'0'47'0,"0"0"124"16,0 0-22-16,0 0-88 16,87-30-18-16,-58 23-13 0,2 1-26 15,4 1-4 1,-4 5-16-16,0 0-65 0,-2 0-115 15,-11 0-321-15</inkml:trace>
  <inkml:trace contextRef="#ctx0" brushRef="#br0" timeOffset="166262.07">11712 6413 20 0,'0'0'249'15,"0"0"-206"-15,0 0 34 16,0 0-14-16,0 0-23 16,0 0 29-16,-6 18-3 15,2-10-14-15,-2 0-12 16,4 1-10-16,2 0-2 15,-4 3-11-15,1-2-7 16,-1 6-3-16,4-2-4 16,0 1 4-16,-2 1 0 15,2-3 3-15,0 2-8 16,0-2 2-16,0 2-4 16,0 0 1-16,0 2 0 15,0 0-1-15,0 2-1 0,0-2-2 16,0 1-3-1,0-1 3-15,0 0-6 0,0-3 6 16,0 0 3-16,0 0 0 16,-4-3 0-16,4 3 0 15,-2-3-1-15,2 3 2 16,0 3-3-16,-4-3 4 16,4 3-2-16,-2-2 1 15,2-2-1-15,-4 1 0 16,-2 0-1-16,6-3 1 15,0 1-2-15,-3 2 2 16,3-4-10-16,-4 2 9 0,2-1-3 16,-2 1 0-1,2 2 2-15,-4 2 1 0,2 0 1 16,2 0 0-16,-7 1 0 16,7-3 3-16,-4 2-3 15,6-4 6-15,0 4 4 16,0 2-5-16,0 0 2 15,-4 0 13-15,2 0 7 16,-2-4-23-16,4-1-4 16,-2 0 0-16,-2-4 0 15,4-4-2-15,0 0-15 16,0-3-46-16,0-2-74 16,0 0-181-16</inkml:trace>
  <inkml:trace contextRef="#ctx0" brushRef="#br0" timeOffset="176010.78">819 8644 233 0,'0'0'30'16,"0"0"9"-16,0 0 5 15,0 0-14-15,0 0 9 16,0 0 15-16,0 0-4 15,0-1-3-15,0 1-3 16,0 0-6-16,0 0-7 16,0 0-18-16,0 0-11 0,0 0-2 15,0 0-2-15,0 0 2 16,0 0 9-16,8 0-3 16,0 0-2-16,-2-3-4 15,1 3 1-15,1-1-1 16,2 1 0-16,-4 0-1 15,3 0 0-15,1 0 0 16,-4 0 0-16,2 0 1 16,-1 0 1-16,3 0 0 15,0 0-1-15,-1 0-2 16,3 0-2-16,-2 0 2 16,-1 0 1-16,3 0-3 15,-2 0 3-15,-1 0 0 16,1 0-1-16,0 0 1 0,3 0 1 15,-5 0-2-15,-2 0 1 16,6 0 0-16,-1 0 1 16,-3 0 0-16,2 0 1 15,-3 0-1-15,1 0 0 16,0 0-1-16,0 4 3 16,3-3 1-16,-3 1-1 15,4-2-1-15,1 0 0 16,-1 0 2-16,5 0 0 15,1 0-3-15,-5 0 0 16,5-3 0-16,-5 3 3 16,-1 0-3-16,1 0-3 0,-3 0 3 15,2 0 5-15,1 0-5 16,-3 0 4-16,5 0-2 16,1 0-1-16,3 0-1 15,6 0 7-15,-3-4-7 16,3-1 0-16,-4 3 18 15,6 2-18-15,-9 0 0 16,3 0 2-16,4 0-2 16,2 0 0-16,-1 0-1 15,3 0 0-15,0-3 0 16,-2-4 1-16,2 4-10 16,-4-1 10-16,4 1 2 15,-4 2-2-15,-5 1-5 0,7 0 5 16,-2 0 0-1,0 0-1-15,0 0-1 0,4 2 2 16,-5 3 0-16,3-1-5 16,2-2-7-16,0 1 12 15,-2-1 0-15,2-1-6 16,2 1 6-16,0-2 4 16,2 2 6-16,-2-2-10 15,2 2-6-15,0-2 5 16,4 0 2-16,1 0-1 15,3 0 0-15,-2 0-19 16,7 0 19-16,-7 0 4 0,2 0-4 16,3 0-3-1,1 0 3-15,1 0 19 0,7 0-14 16,1 0-5-16,2 0 0 16,0 0 8-16,-2-2-8 15,-1 2 0-15,1 0 2 16,2-2 1-16,-2 2 1 15,1 0-4-15,-1 0 0 16,-4 0 6-16,1 0-6 16,-5 0 2-16,1 0-2 15,1 6 6-15,-5-4-6 16,1 1 0-16,1 0 0 16,-1-1 0-16,-1 1 1 15,1-1-1-15,-3-1 3 16,0-1-2-16,3 1 2 0,-1-1-3 15,0 0 1 1,5 0 3-16,0 0-4 0,-1 0 0 16,-4 2 6-16,1-1-3 15,3-1-3-15,-3 3 2 16,-3 0-2-16,9-1 0 16,-3 1 0-16,7-3 0 15,-4 0 8-15,3 0-8 16,1 0 7-16,-2 2 19 15,6-1-25-15,-7-1 1 16,3 2 2-16,6 0-4 0,-4-1 0 16,4 1 2-16,0-2-2 15,0 2 0-15,8-2 0 16,2 0 0-16,1 0 0 16,1 0 0-16,-2 0 2 15,-4 0-4-15,-2 0 3 16,3 0-2-16,3-4 1 15,-4 2 0-15,2 1 1 16,-6-1 0-16,4-1-2 16,-4 0 1-16,2 0 0 15,3-2 1-15,-5 1-1 16,0 1 0-16,2-2 0 16,-2 3 0-16,4 1 0 15,2-2 0-15,-4 2 1 0,-2 1 1 16,-2 0-2-1,-4 0-2-15,0 0 1 0,2 0 1 16,-1-1 0-16,1 1 0 16,-4-2 0-16,-2 0 1 15,6 2-3-15,-7-2 2 16,3 2 0-16,0 0-1 16,2 0 3-16,-3-3-4 15,3 0 4-15,2-1-5 16,-2 3 6-16,6-1-4 15,4-1 2-15,4 0 0 16,-1 1-1-16,-3 0 0 16,2 1-1-16,-2-1 2 0,6 0-2 15,-3 1 2-15,3 1-2 16,-2-3 1-16,1 1-1 16,-1 2 1-16,-2-3 1 15,4 2-1-15,1 0 3 16,-1 1-3-16,0 0 0 15,9 0 0-15,2 0 2 16,1 0 0-16,-3 0-2 16,2 0-1-16,-1 0 1 15,3-2 0-15,0 2 0 16,-2-1 0-16,1-2 0 16,-3 3 1-16,4 0 2 0,-7-2 0 15,7 1 2-15,0-2-4 16,4 3 1-16,2-2-1 15,0 2 3-15,-5-2-4 16,-5 2 0-16,4 0-1 16,-2 0 1-16,-3 0 0 15,-1 0 0-15,-1 0-1 16,-1 0 1-16,-7 0 1 16,2 0 0-16,-1 0-1 15,-3 0 3-15,-2 0-6 16,2 0 6-16,9 2-3 15,-5-2 0-15,-2 2 0 16,-6-2 0-16,3 0 0 16,-5 0 0-16,4 0-2 0,0 0 2 15,-4 0 0-15,0 0 2 16,-2 1-2-16,-2-1-2 16,-2 3 2-16,-3-1 0 15,-1-2 4-15,0 3-4 16,-3-2 0-16,1 1-2 15,-3-1 2-15,1-1 3 16,2 0-3-16,-1 1-1 16,5-1 1-16,0 0 1 15,-5 0-1-15,-5 0 0 16,1 0 1-16,-1 0-1 16,3 0 0-16,-1 0-1 15,1 0 1-15,-3 0 1 0,7 0-1 16,-7-2 2-16,-1-1 3 15,-2 0 7-15,3 0-12 16,-7 0 2-16,0 3 0 16,-2-2-1-16,-4 0-1 15,0 1 4-15,-2-1-4 16,2 1 1-16,-2 1-1 16,0 0 0-16,-2 0 0 15,-8 0 0-15,-3 0 0 16,-3 0 0-16,-7 0 0 15,0 0-1-15,-2 0 1 16,-4 0 0-16,0 0 1 0,0 0 2 16,0 0 2-1,0 0-4-15,0 0 0 0,0 0-1 16,0 0-1-16,0 0 1 16,2 0 0-16,2 0 6 15,3 0 1-15,-1 0 12 16,0 0-5-16,0 3-3 15,0 0-7-15,1 0 5 16,-1 2 2-16,-4-5-6 16,4 3-1-16,-2-3-3 15,-2 0-1-15,-2 0 0 16,0 0-2-16,0 0-59 16,-6 1-119-16</inkml:trace>
  <inkml:trace contextRef="#ctx0" brushRef="#br0" timeOffset="184644.01">879 9663 250 0,'0'0'100'16,"0"0"-76"-16,0 0 45 0,0 0-7 15,0 0-2-15,0 0-9 16,0 0-10-16,8 0-16 16,-4 0-7-16,-2 0 0 15,2 0-2-15,2 0 2 16,-4 0-5-16,3 0 1 15,1-3-4-15,0 3-5 16,0-1-1-16,0-1-1 16,5 1-2-16,-3-3-1 15,2 2 2-15,3 1-1 16,1-2-1-16,3 1 3 16,-1 2 1-16,-1-2 0 0,-3 1 6 15,7 1-3-15,-3 0-3 16,5 0 5-16,0 0-8 15,-1 0 0-15,-1 0 2 16,4 0-2-16,-5 0-1 16,5 0 0-16,-2 0 0 15,1 0 0-15,3 0-1 16,0 0 1-16,-6 0 3 16,5 0-3-16,3 0-1 15,-2 0-1-15,0-1 2 16,0-2-8-16,-1 0 4 15,5 0 2-15,2 1-5 16,0 1 1-16,0 1-2 0,-2 0 4 16,-4-2-19-16,-2 2 22 15,-4 0 0-15,-1 0-7 16,1 0 2-16,-3 0-5 16,-1 0 11-16,-3 0-5 15,5 0 10-15,-5 0-10 16,-4 0 6-16,3 0-2 15,-1 0 1-15,-4 0 0 16,2 0-3-16,-1 0 2 16,-1 0-4-16,0 0 5 15,0 0-3-15,0 0 3 16,-1 0 0-16,1 0 0 16,-6 0 0-16,2 0 0 15,2 0 0-15,-2 0-1 0,2 0 1 16,-2 0 0-16,4 0 0 15,1 0-2-15,3 0 2 16,2 0 2-16,5 0 18 16,-3 0-19-16,5 0-1 15,0-1 4-15,3-1 14 16,1-1-8-16,2 2-10 16,0 0 0-16,0-1 12 15,3 0-12-15,-1 2 0 16,2-2 8-16,0 2-6 15,-2 0-4-15,2 0 7 16,-4 0 21-16,10 0-26 16,-8 0-2-16,6 0 2 0,0 0 10 15,2 0-9-15,0 0-2 16,-2 0 5-16,0 0-8 16,5-1 5-16,-7 0-1 15,6 0 0-15,0-1 2 16,2 2-2-16,1 0 6 15,1 0-6-15,0 0 0 16,-8 0 0-16,7 0-2 16,-3 0-4-16,-6 0 6 15,0 0 0-15,0 0-6 16,2 0 6-16,-2 0 0 16,6 0 0-16,-6-1 0 0,4-3 0 15,-2 1 0-15,0 2-9 16,-6-1 9-16,4 2-3 15,2 0 1-15,-2 0-9 16,0 0 11-16,0 0 0 16,5-3 0-16,-3 2 0 15,2 1 1-15,2-3-1 16,2 2 0-16,1-3 1 16,1 1-1-16,-4 3 0 15,4 0 0-15,1 0 2 16,-3 0-4-16,7 0 3 15,-1 0-3-15,9 0-5 16,-7 0 7-16,7 0-2 0,-4 0 2 16,-3 2 0-1,-1-1 1-15,5-1 1 0,-7 4-2 16,5-4 0-16,5 1 1 16,-4 0-1-16,3 1 4 15,-3-2-2-15,2 0-2 16,-3 0 5-16,1 0-2 15,0 0-3-15,-3 0 7 16,3 0-6-16,1 1-1 16,-1 1 1-16,0-1 0 15,3 1 0-15,-3-2 2 16,8 0-3-16,-2 0 1 0,4 0-1 16,2 0 1-1,-7 0-1-15,5 0 1 0,-2 0 0 16,0 0 0-16,2 0 1 15,0 0 0-15,0 0-1 16,0 1 1-16,0 2-1 16,-4 1-2-16,0-3 2 15,3 2 4-15,-3-2-5 16,2 2 0-16,0-1 0 16,0 1 1-16,-2 1 0 15,4-2-1-15,2 2 2 16,4-2-1-16,0 1 3 15,0 1-2-15,-6-1-2 16,4 0 0-16,-4 2-1 16,6 0 3-16,-6 0-4 0,6-1 3 15,-4-1-3 1,0 2 4-16,2 0-7 0,-4 1 10 16,-2-2-7-16,6-1 3 15,-2 2-1-15,-2 0 2 16,2-3-2-16,2 5 0 15,-2-4 0-15,7 0 0 16,1 1 0-16,-2-1 0 16,-6-2 2-16,2 2-4 15,-2 0 2-15,4-2 0 16,1 2-2-16,-1-2 4 16,0 3-4-16,-2-2 5 0,0-1-3 15,2-1 0-15,-4 2 2 16,6-2 1-16,-1 2-3 15,-1 0 0-15,2-1 0 16,2 2 2-16,5 0-1 16,3-1 2-16,-3-1-3 15,1 1 10-15,-4 1-9 16,3-1 9-16,1 0 2 16,-1 0-9-16,3-1 1 15,-3 3-4-15,1-3 4 16,-1 0 3-16,3-1-1 15,1 2-1-15,1-2 2 16,5 2 2-16,4 1 0 0,-2-2 1 16,4 2-3-1,-9-2 1-15,5 2-7 0,-2-1 1 16,4 1 1-16,-2-2 1 16,-5 4-3-16,3-2 0 15,-4 0 0-15,8 0 2 16,-9 1-2-16,5 0-1 15,2 0 5-15,2 0-4 16,-5 0 0-16,3-2-1 16,-4 1-2-16,-4-3 2 15,-1 3 0-15,1-2 1 16,-5 1-1-16,-2-2 2 0,-3 0-1 16,3 2-1-16,-6-2 1 15,2 1-2-15,-2-1 3 16,-4 0-3-16,5 0 3 15,-1 0-3-15,0 0 3 16,-4 0-2-16,-2 0 0 16,-6 0 0-16,-1 0 0 15,-3 0 0-15,-7 0-3 16,5 0 3-16,-5 0 1 16,-1 0 0-16,1 0-1 15,-6 0 0-15,5 0-2 16,-5 0 4-16,4 0-1 15,-4 0-1-15,3-1-1 16,-3-1 1-16,2 2 2 16,0-2-2-16,1 1 0 0,1-2 0 15,0 3 0-15,3-5 0 16,-3 1 0-16,7 2 9 16,1 2 1-16,5 0 2 15,4 0-6-15,2 0-2 16,-6 0 4-16,-5 0-6 15,3 0 3-15,-9 0 0 16,-1 0-4-16,-5 0 1 16,-4 0-2-16,-6-1 1 15,-9 1-2-15,-9 0-12 16,-9-1-34-16,0-2-13 16,-21-1-117-16,-18 0-318 0</inkml:trace>
  <inkml:trace contextRef="#ctx0" brushRef="#br0" timeOffset="187501.4">1023 10681 229 0,'0'0'40'15,"0"0"12"-15,0 0-2 16,0 0 2-16,0 0 7 0,0 0 5 16,25-8 6-1,-23 8-21-15,2-1-5 0,2 1-14 16,1-1-12-16,-1 1 0 15,2-3-7-15,5 2 6 16,-1-2-8-16,4 2-5 16,3 0-3-16,6-1 0 15,0 2 0-15,4-4-1 16,2 1 0-16,0 0 2 16,2 0-2-16,-6 1-2 15,8 0 2-15,-4 1 2 16,4 1-1-16,0 0-2 15,4 0 2-15,-2 0-2 16,9 0 4-16,-3 0-3 16,5 0 0-16,-3-2 1 0,1 1 12 15,-1-2 15-15,3 1-26 16,1-2-1-16,5 0 27 16,0 0-17-16,2 0-11 15,2 1 2-15,-3-1 1 16,1 1-3-16,2-3 2 15,0 1-2-15,2 0 1 16,6 0 0-16,-6 3 2 16,6 0-3-16,-6 0 5 15,2 2-2-15,6-4-2 16,3 1 2-16,-3 2 1 16,0 0-3-16,-4-1 5 0,-2 2-2 15,0 0-4-15,2 0 1 16,2 0 1-16,-8 0-2 15,6 0 0-15,-4 0 3 16,2 0 0-16,0 0-3 16,-2 0 4-16,6 0 0 15,-6 0 2-15,0 0-4 16,4 2-2-16,1 0 5 16,7 1-4-16,-4-3-1 15,0 4 0-15,-4-4-1 16,-2 2 1-16,-2 0 0 15,0-2-2-15,2 4 1 16,0-3 1-16,-2 1 3 0,0 0-3 16,0 1 3-16,0 0-3 15,-4 0 0-15,4 0 0 16,-4 0 1-16,4-1-2 16,-5 5 2-16,5-1-1 15,0-3 0-15,2 4 2 16,11-6 0-16,-1 0-1 15,-6 3 3-15,0-1-2 16,1 4-2-16,-3-4 0 16,6 0-1-16,-2-1 1 15,2 0 0-15,-1 1 2 16,-3 0-2-16,2-1 1 16,-2 2 0-16,2-3-1 15,3 3 1-15,-3-2 1 0,4 0 3 16,3 1-5-16,7-3 1 15,-1 0 0-15,-3 0 0 16,1 0 0-16,0 0 1 16,-1 0 3-16,1 0 0 15,1 0 0-15,-1-2-1 16,3-1 0-16,-1-4-3 16,4 1 7-16,0 0-2 15,-1 0-5-15,5-3 3 16,2 0-2-16,6 1-2 15,1-1 1-15,-5 1-2 16,2 3 1-16,-2-3-1 16,2 2 1-16,-2 3 0 0,-4-1-1 15,2 2 1-15,-5 2 3 16,-1 0-3-16,0-1-1 16,6 1 1-16,4 0 2 15,-4 0-2-15,0 0 0 16,-8 0 0-16,5 0 0 15,-7 0-2-15,8 0 1 16,-4 0 2-16,-7 0 0 16,3 0-1-16,-3 0 1 15,-1 0-1-15,-1 1 0 16,3 1 0-16,4 0 0 16,1 1 1-16,1 1-1 0,-4-1 0 15,1 0 0-15,-3 0 0 16,2-1 0-16,-1 1-1 15,3 0 1-15,-5-3 0 16,1 0-1-16,-5 0 2 16,5 0-2-16,-5 3 2 15,5 0 4-15,4-2-2 16,-3 3-2-16,9-4 3 16,-8 2-4-16,3 0 1 15,-1-2-1-15,-2 0 0 16,-1 0 1-16,3 0 0 15,-2 0 6-15,-5 0-3 16,-1 0 0-16,1 0-2 0,-6 0 2 16,3 0-2-1,-3 0 2-15,2 0-1 0,3 0 0 16,-1 0-2-16,3 0 4 16,-5 0-5-16,-4 0-2 15,-6 0 2-15,4 0 6 16,1 0-6-16,-1 0 3 15,-4 0 0-15,-2 0-1 16,0 0 0-16,-5 0 3 16,3 0-4-16,-8 0 0 15,4 0-1-15,-5 0 0 16,-1 1 1-16,-5 2-1 16,1 1 1-16,-3-2-3 15,0 1 4-15,-1 0-2 0,5-2 2 16,-8 3-2-16,7-1 1 15,-9 0-2-15,-2-2 3 16,0 1-2-16,-2 0 1 16,-4 0-1-16,6 0 0 15,-6-2-1-15,2 0 1 16,2 1 4-16,-2-1-3 16,-2 0 4-16,-5 0 1 15,-5 0-3-15,-5 0-3 16,-10 0 0-16,2 0 0 15,-4 0 0-15,0 0 4 16,0 0-1-16,0 0 0 16,0 0-2-16,0 0-2 0,0 0-6 15,2 0-36-15,-2 0-91 16,0 0-194-16</inkml:trace>
  <inkml:trace contextRef="#ctx0" brushRef="#br0" timeOffset="189669.94">14089 6254 263 0,'0'0'125'0,"0"0"-79"16,0 0 41-16,0 0-14 15,0 0-24-15,0 0 5 16,0 0-2-16,-6 30-20 15,2-22-4-15,4 1-9 16,-6 1-4-16,6-1-6 0,0 6-4 16,-6 0-5-16,6 3 2 15,-6 2 1-15,3 3-1 16,-1 5 28-16,2-3 7 16,-2 1-25-16,-2-3-4 15,4-1-3-15,-4 1 5 16,6-4-5-16,-4 2-1 15,4 1 0-15,-5 1-1 16,3 4-3-16,-2 0 1 16,-2-1 0-16,6 0 11 15,-6 2 6-15,6-3-10 16,-2 1 0-16,-2 0-6 0,4-1 6 16,-2 2 2-1,-5 2-8-15,3-1-1 0,2 0-1 16,-2 2 0-16,2-2 0 15,-4 1 3-15,6 0-1 16,-4 2 1-16,2 1-2 16,2 0-1-16,0 2 2 15,-5 0 3-15,3-1-4 16,2-2 2-16,-6-3-2 16,6 1 3-16,0 1-4 15,-4 1 1-15,4 0 0 16,-6 3 4-16,4 3-5 15,-4-1 2-15,-5 2-2 16,7-3 2-16,-4 1 0 16,2-1 0-16,-1-1-2 0,-3-1 0 15,8 0 0-15,-8 2 3 16,3-3-3-16,1 1 5 16,0 1-2-16,0 2-1 15,-2-2-2-15,-1 5 1 16,3 1 3-16,0-1-4 15,0 4 0-15,-1-2 0 16,5 2 2-16,-4 0-1 16,2 4-1-16,2-4 1 15,-4 0-1-15,0 2 0 16,1-1 1-16,-1-1-1 16,0-2 0-16,0 3 0 0,0 1 0 15,-1-1 0-15,3 2 0 16,2-3 0-16,-4 2 0 15,0 1 0-15,0-2 1 16,2 0-1-16,-3 0 0 16,5-1 0-16,-2 2 0 15,-2-1-1-15,6-2 1 16,-6-1 0-16,4 1 0 16,-2-3 0-16,-3 5 1 15,1-1 0-15,0 1 0 16,4-2 3-16,-2 0-1 15,2-5-2-15,-7 1-1 16,9-6 0-16,-2 2 0 0,-2 1 0 16,4-1 0-16,-2 5 2 15,-2 0-2-15,-2 4 4 16,4-2-4-16,-2-4 2 16,-3 3 1-16,5-8-1 15,2 0 0-15,-4 0-1 16,2-1-1-16,-2 3 2 15,2-1-2-15,-4-2 1 16,2 0 0-16,2-2-1 16,-5-1-1-16,7 1 1 15,-4-4 2-15,2-3-2 16,2 3-1-16,-4 0 0 0,2-1 1 16,-2 0 0-16,2-3 3 15,-2-5-3-15,2-3 0 16,-3-4-1-16,5-7-1 15,0-2 2-15,0 0 0 16,0 0 0-16,0 0 0 16,0 2-2-16,0 3 2 15,0 5 0-15,-4 3-1 16,2 6-3-16,-2-3-7 16,4-3-4-16,-2-4-13 15,-2-9-7-15,2 0-74 16,-4-27-137-16</inkml:trace>
  <inkml:trace contextRef="#ctx0" brushRef="#br0" timeOffset="191564.93">11586 7253 238 0,'0'0'163'16,"0"0"-104"-16,0 0 28 0,0 0-11 16,0 0-28-16,0 0-8 15,0 0-17-15,0 2 7 16,0 2-15-16,0 3-3 15,0 1 7-15,0 3 1 16,0 2-2-16,0-1-10 16,0 4 2-16,0-2-3 15,-2 3-5-15,2 0 2 16,-6-1-2-16,6 1-2 16,-4 1 1-16,2 0 14 0,-4 1-4 15,1 0-7-15,-1 3-1 16,0 6-2-16,-2 1-1 15,-1 4 1-15,1 1 1 16,-2-5-2-16,4 2 5 16,-1 2-3-16,-1-2 4 15,4 0-5-15,2 0-1 16,-2 4 3-16,2-4-3 16,-4 4 0-16,1-3 0 15,-1 0 1-15,0 0 2 16,0 2-1-16,4-1 9 15,-6-1-4-15,1 4-5 16,5-1 10-16,2 1-11 0,-4 1-1 16,2 1 0-1,2-1 3-15,-4 5-3 0,2 0 0 16,-4-2 0-16,2 6 2 16,-3-4-2-16,5-1 1 15,-4 4 5-15,2 1 13 16,-2-4-18-16,4 1 1 15,-3-4 2-15,3-5-4 16,2 2 1-16,-4-5 0 16,2 1 0-16,-2 2-1 15,2 0-1-15,2-2 1 16,-4 1 1-16,2 0-1 0,-2 0 0 16,4 0 8-16,-2-3-8 15,-3 2 0-15,5-4 3 16,-4 2-3-16,4 2 0 15,-2-4 1-15,2 0-3 16,-4 2 2-16,4-3 0 16,-2 3 3-16,-2 0-2 15,4-4 2-15,-2 1 4 16,-2-2 1-16,4-6-1 16,-2 2-6-16,2 1 2 15,-4 2-1-15,1 0-2 16,-1 3 0-16,4 1 0 15,-2-1 0-15,-2 1 0 16,2-3 0-16,2 0 1 16,-6 4-1-16,2 1 0 0,-2-1 0 15,-1 0 0-15,-1 1 0 16,4-2 0-16,-2-3 2 16,0 1-1-16,1-4-1 15,3 0 0-15,2 2 1 16,-4-2-1-16,2-1 0 15,2 1 0-15,-4-1 0 16,2 2 0-16,-2-1 0 16,2 5 0-16,-4 0 1 15,-1 3-2-15,1 3 2 16,-4-3 1-16,4 1-2 16,-1-3 0-16,1-1 0 0,0-4 0 15,4-6 0-15,-2-3-1 16,2-2 1-16,2 0 0 15,-4 1-1-15,4-2 1 16,-5 6 3-16,3-2-3 16,2 2 0-16,-6 6-1 15,2 1 1-15,2 2 3 16,-2-3 6-16,2-4 6 16,-2-5 3-16,-3-5-7 15,7-4-6-15,0-5-5 16,0 0-2-16,-2-6-42 15,-4-28-170-15,-6-17-338 16</inkml:trace>
  <inkml:trace contextRef="#ctx0" brushRef="#br0" timeOffset="193995.39">9461 5324 314 0,'0'0'94'0,"0"0"18"15,0 0-3-15,0 0-52 16,0 0 14-16,0 0-9 15,-4 2-8-15,4-1 5 16,0-1-21-16,0 0-4 16,0 0-6-16,0 4-5 0,0 3-9 15,0 1 2-15,0 7 0 16,0 1-8-16,0 4-3 16,0 0-4-16,-2 3 1 15,2-1-1-15,-4 3 2 16,4-2-1-16,-2 4 2 15,2 0-4-15,-4-1 3 16,-3 2-1-16,7 1 0 16,0-1-2-16,0 2 3 15,-2 3-1-15,2-2 1 16,-4 7-1-16,-2-2 0 16,4 2-1-16,-4 2 0 0,-2-1 0 15,-1-2 0-15,5 3-1 16,2-4 0-16,-4 3 0 15,2 2 0-15,4-6-1 16,-2 5 1-16,-2-8 0 16,1 2-1-16,-1 0 1 15,2-2 0-15,-2 5 0 16,-2 1-1-16,4 3 2 16,-2-3-1-16,2 1 0 15,-2-3 0-15,-3 2-1 16,7-1 1-16,-2 1 0 15,2-2 0-15,0 3 0 16,0-5 0-16,0 5 0 16,0-5-1-16,0 3 2 0,0 0-1 15,0-2 1-15,0-2-1 16,0 2 0-16,0-4 0 16,0 5 0-16,-4 0 0 15,4 1-2-15,-2 4 1 16,-2 2-1-16,-2-2-12 15,2 0 14-15,-3-1-1 16,5-2 1-16,-4 3 0 16,0 2 0-16,0-1 2 15,0 0-3-15,-5-3 1 16,11 6 0-16,-6-4-1 0,0 0 4 16,4 2-3-1,-5-3 0-15,1-1 0 0,-4 2 0 16,4-1 2-16,0-3-2 15,-1 2 0-15,3 3 1 16,-2-3-1-16,4 2 1 16,-4 3-1-16,2-7 3 15,2 1-5-15,-5 2 4 16,3-3-1-16,-2 5 6 16,0-7-1-16,4-2-1 15,-2 3-5-15,-3-5 3 16,7 0-1-16,-2 3-4 15,2-3 0-15,0 4 2 16,0 2-1-16,0 1 1 16,0-1-1-16,0 4 1 0,-4-4 0 15,-2 2-1-15,4-4 1 16,-2 1 0-16,-2-4 0 16,1 1 0-16,3 1 0 15,-2 0 1-15,-2 2-1 16,0 4-10-16,4 0 9 15,-2-4 0-15,-3 1 2 16,5-9 0-16,-8 1-1 16,8-5 0-16,-2-2-2 15,2 3 1-15,2-2 0 16,-4 4-6-16,4 0 6 16,-2 1 1-16,-3 4 0 0,3 1 0 15,-4 0-1-15,0-2 1 16,0 1 0-16,-5-4 0 15,1 0 1-15,4 2-1 16,0-2 0-16,4 1 0 16,-5 2 1-16,3-3-2 15,2-2 1-15,-2 2 0 16,2-6 0-16,2-3 1 16,-4-2 0-16,4-2-2 15,0 1 1-15,-2 5 0 0,-2 3 0 16,2 1 0-1,-2 4-2-15,1 0 2 0,-3 1 0 16,0 4 0-16,-4 6 0 16,3-3 0-16,-3 4-1 15,4-12 1-15,6-2 0 16,-6-5 0-16,6-1 0 16,0-1 0-16,0 2 0 15,0-2-1-15,0 2-1 16,0 9 0-16,0 5 1 15,-2 7 0-15,-5 2-1 16,1 1-19-16,0-4 8 16,2-13 11-16,2-13 1 15,-2-16-1-15,2-16-80 16,-5-40-371-16</inkml:trace>
  <inkml:trace contextRef="#ctx0" brushRef="#br0" timeOffset="196545.39">6743 5041 192 0,'0'0'121'16,"0"0"-57"-16,0 0 20 15,0 0-17-15,0 0 13 16,0 0 0-16,0 2 3 15,0 2-15-15,0 5 9 0,0 0-22 16,0 1-7 0,0 5-17-16,0 2-13 0,0 3-3 15,0 0 2-15,0 2 1 16,0 4-15-16,0-2-1 16,0 3 0-16,0 0-1 15,0 1-1-15,0 2 0 16,0 1 1-16,0 0-1 15,-4 4 0-15,0-1 2 16,2 3-2-16,-3 3 0 16,-1 0 1-16,4-1-1 15,-8-1 0-15,8-1-1 0,-2-1 1 16,2-2-1 0,-3 4 1-16,5-1-5 0,0-1 1 15,-2 2 2-15,2-3 0 16,-4 3 0-16,2-2 1 15,2 4 1-15,0-3-1 16,0 4 1-16,-4 1 1 16,4-2 0-16,0 1-1 15,0-1 0-15,-2-3-1 16,2 4 1-16,-4-2 1 16,2 1 0-16,2 1-2 15,0-1 0-15,-4-2 1 16,4 3 0-16,0-3 0 15,0-2 0-15,0-1 1 16,0 0 0-16,-7 1 0 0,7-5-1 16,0 3 0-1,-6 1 0-15,4 0 0 0,-2 5 0 16,-2-4 0-16,4 0 1 16,-6 2 1-16,1 1-2 15,5 0 1-15,-2 4 1 16,4 2-2-16,0-3 0 15,0 2-1-15,0-5 0 16,0-1 1-16,0 5 0 16,0-3 2-16,0 1-2 15,0 1 0-15,0 3 0 16,0 0 1-16,0 2-1 0,0-1 0 16,0 1-2-16,4 0 0 15,-4 4-2-15,6-4-3 16,-6-1 1-16,7-4 5 15,-3-3 0-15,-4-1-2 16,2-3 3-16,-2-1-5 16,0 0-5-16,0-2-1 15,0 4-14-15,0 2-13 16,0-1-34-16,0-1 16 16,-6 1 38-16,2-4 13 15,1 2 5-15,-1-1 6 16,2-1-5-16,2-2 13 0,-4 1 10 15,2-4 7 1,2-3-26-16,0 6 7 0,0-4 2 16,0 1-11-16,0 4 0 15,0 3-3-15,0 1 3 16,-4 2 11-16,2 7-9 16,-4-3 14-16,2 1-11 15,-5 5-6-15,3-11 23 16,-4-4-17-16,4-6 0 15,6-6 12-15,0-1-19 16,0 2-1-16,0 2 0 16,0 3 1-16,0 1 1 15,0 2-1-15,0-1 0 16,0 8 3-16,0-1 3 16,0-3-6-16,0-1 1 0,0-5-1 15,0-3 1-15,0-3 8 16,-3-1-8-16,-1 0-2 15,4 4 1-15,-2 2-1 16,2 3 0-16,0 3 0 16,0-1-1-16,0 4 1 15,0 1 0-15,0-1-16 16,0-3 3-16,0-2 11 16,0-1 0-16,-4 5 0 15,-2 2 2-15,4-3-2 16,-6-3-6-16,8-3-1 15,0-7 9-15,0-3-1 0,0-6-5 16,0-1-15 0,0 0 2-16,0-2 5 15,0 2-5-15,0 4 15 0,0 6 1 16,0 1 6-16,-2 0-3 16,-3-2 0-16,3-3 0 15,-2-6 0-15,4-3 0 16,0-1 0-16,0-3 0 15,0 2 0-15,0 2-1 16,0 0 2-16,0 2 0 16,0 5 5-16,0-1-5 15,-2 2 3-15,2-3-4 16,0-1 0-16,-4-4 0 16,2 2 0-16,2-1 3 15,0-2 0-15,0 0-3 0,0 0 0 16,0 1 1-16,-4 2 7 15,4 1-6-15,0 2 11 16,0 0-7-16,-2 3-1 16,-2-2-4-16,4-1 2 15,-3-3-3-15,3-2 0 16,-4-1 5-16,2-3-4 16,2 2 0-16,0 0-1 15,0 5 1-15,0-2 6 16,0 6 0-16,0-4-6 15,0 3 1-15,0-4 2 16,0 1-4-16,0-1 0 16,0-3 2-16,0 5 1 0,0-2 9 15,0 4-6-15,0 1-2 16,0 1 2-16,0-4 14 16,0-7-17-16,0-4-3 15,-4 0-32-15,-4-24-186 16,-2-22-370-16</inkml:trace>
  <inkml:trace contextRef="#ctx0" brushRef="#br0" timeOffset="198644.83">4138 7213 120 0,'0'0'159'0,"0"0"-102"15,0 0 54-15,0 0-9 16,0 0-19-16,0 0-8 16,0-3-15-16,0 3-21 15,0 0 12-15,0 0 0 0,0 0-3 16,0 0-11-1,0 0-11-15,0 0-3 16,0 0-12-16,0 0-5 0,0 0-6 16,0 0 0-16,0 0 1 15,0 0-1-15,0 0 0 16,0 0 0-16,0 0 0 16,0 0 4-16,0 0 4 15,0 0 5-15,0 8 2 16,0 1-4-16,-2 0-1 15,2 1 3-15,-4 3 2 16,4 2-2-16,-2 0-4 16,-2 0-3-16,4 3 0 15,0-2 4-15,0 4-7 16,0 1 3-16,0 4-6 0,0 3 2 16,0 2-2-1,0 1 2-15,-2 5 3 0,2 0-1 16,-6 1-2-16,6-6 3 15,0 1-1-15,0-3-1 16,0-4-3-16,0 0 0 16,0-2-1-16,0 1 1 15,0 1 3-15,0 2-2 16,6 2 0-16,-6 0-1 16,2 3-1-16,-2 0 1 15,0 5 0-15,0 2 1 16,0 2 1-16,4 1-2 15,-2-2 3-15,2-3-1 0,-2-1-1 16,-2-4 0-16,5-3-1 16,-3 2-1-16,-2 0 0 15,4 6 1-15,-4-1 1 16,6 0 3-16,-6 3-4 16,4-5 1-16,-4 0-1 15,2-1 1-15,2-3-1 16,-2 3 0-16,-2 1 3 15,4 4-3-15,-4 1 1 16,3-1-1-16,-3 6 1 16,0-2-1-16,4-4 1 15,-4 1-2-15,0-1 2 0,2-3-1 16,2 3 0 0,-2-3 0-16,-2-1 0 0,0 2 0 15,0-4 0-15,0-3-1 16,4 2 1-16,-4-5 0 15,0 3-5-15,0 3 4 16,0 3 0-16,0 0 0 16,0 6 1-16,0 2-3 15,0-1 2-15,-4-1-3 16,2-5-3-16,-4-4 4 16,6-5-6-16,0 4 9 15,0-6-3-15,0 6-6 0,-4 2 9 16,4 3-1-1,-3 4 0-15,-1-4-5 0,-2 2 6 16,6-1 0 0,-6-1 1-16,2-4 0 0,2-7 2 15,2-5-5-15,0-3 2 16,0-2-1-16,0 6-3 16,0-6 3-16,0 6-2 15,0 2 1-15,0 0 0 16,0 0 2-16,-4-2 0 15,4-6 1-15,-2-2-1 16,2-2 2-16,0 1-2 16,0 1 0-16,0 1-3 15,-5 7-2-15,5 1 5 16,0 4-4-16,-6 4 8 0,0 4-4 16,-2-3 0-1,2-2-1-15,1-8 1 0,5-12 6 16,0 4-6-16,0-3 0 15,0-2-1-15,0 1 1 16,0-4 1-16,0-1-1 16,0-2 0-16,0-2 0 15,0 0-1-15,0 0-32 16,0 0-78-16,0-6-28 16,-2-2-65-16,-4-1-76 15</inkml:trace>
  <inkml:trace contextRef="#ctx0" brushRef="#br0" timeOffset="200648.53">2232 7404 3 0,'0'0'229'15,"0"0"-131"-15,0 0 6 16,0 0-13-16,0 0-9 0,0 0-23 15,-12-10-18 1,12 10-15-16,0 0-12 0,0 0-8 16,0 0-1-16,0 0 8 15,0 0-7-15,0 0-3 16,0 0 6-16,0 0 3 16,0 0 17-16,0 0 19 15,0 0-9-15,-2 0 8 16,2 0-26-16,-4 8 0 15,4-2-3-15,0 1-2 16,0 3 1-16,0 1 1 16,0 5-4-16,0-2 3 15,0 4-1-15,0 1-2 16,0 4-7-16,0 1 1 16,0 2 1-16,0 2-6 0,0 1-3 15,0 1 5-15,0 1-2 16,0 0 0-16,0-2-2 15,0 4-1-15,0 2 6 16,0 1-6-16,0 3 0 16,0-3 3-16,0 1-2 15,0-1 0-15,0 0-1 16,0-1 0-16,0-1 1 16,0 0-1-16,0 0-2 15,0-1 2-15,0 0 0 16,0 2 4-16,-4-1-4 15,4-1 0-15,0 0 0 0,0-3 0 16,0 0 0-16,0-1 0 16,0 0 1-16,0 0-1 15,0 0 0-15,0 2-3 16,0 0 6-16,4 2-6 16,-4 2 6-16,0 1-6 15,0 1 6-15,0-2-6 16,4-5 3-16,-2 2 0 15,-2-2 0-15,6 0 3 16,-2-4-3-16,-2 4 0 16,3 3 0-16,-3 4 1 15,2 1-2-15,-2 2-1 16,2 1 2-16,-2-1 0 16,2-1 3-16,-4-6-3 0,0 0 0 15,0-5 1-15,0 1-1 16,0-3 1-16,0-1-1 15,0-2 2-15,0 2 2 16,0 1-1-16,2 5-1 16,2 0-1-16,-2 3 3 15,3-2-4-15,-5-6 2 16,2 5-2-16,-2-3 0 16,0 2 0-16,0 2 1 15,0-4 1-15,0 0 12 16,-2-2-8-16,-3-3-1 15,5 2-5-15,-2-3-2 0,2-1 2 16,0-5 0-16,0 1-2 16,0 0 2-16,0 3 0 15,0 0 0-15,0 2 0 16,0 3 2-16,0 4-2 16,0 5-2-16,0 3 0 15,-6-2 0-15,0-3 2 16,2-8 0-16,2 0 1 15,-2-2-2-15,4-1 1 16,-2-2-2-16,-3 0 2 16,5-5-1-16,0-5 1 15,0 5-1-15,0-1 1 16,0 2-7-16,0 0 7 16,0 0 1-16,0 8-1 0,0-3 0 15,0 6 0-15,-2-4 4 16,2-5-4-16,0 0 0 15,0-4-6-15,0 0 4 16,0 0 2-16,0-2 3 16,0 3-3-16,0-1 0 15,0 3 1-15,0 1 2 16,0 0-2-16,0-3 0 16,0 0 8-16,0-1-7 15,0-1-2-15,0-3 0 16,0-3 3-16,0-4 0 15,0 1 4-15,0-2-1 0,0 0-2 16,0 5 0-16,0-4-4 16,0 4 0-16,0-1-1 15,0-5 4-15,0 1-5 16,0-1 2-16,0 0-14 16,-4-1-45-16,-8-23-194 15</inkml:trace>
  <inkml:trace contextRef="#ctx0" brushRef="#br1" timeOffset="-193527.06">22480 7292 182 0,'0'0'254'16,"0"0"-197"-16,0 0 56 15,0 0-42-15,0 0-29 16,0 0 8-16,0 0-1 0,0 0 16 16,0 0-15-1,0 0-14-15,0 0-18 0,0 3-9 16,-2 3-9-16,-2 1-2 15,-2 3 2-15,-3 1 2 16,3-3-2-16,0 4-4 16,-4-2 4-16,-3 3 0 15,3-3 2-15,-3 2-2 16,1-2 1-16,4-2 0 16,-5 0 1-16,3-1-2 15,2-4 4-15,2 0 1 16,-1 0-2-16,-1-1 7 15,0-2 2-15,-3 1-1 16,3-1 0-16,-4 0 1 16,-1 0 0-16,1 0-3 0,0 0-1 15,1 0-3-15,-1 0-3 16,1 0 1-16,5 0-2 16,0 0 4-16,-2-3-3 15,4 0-2-15,2 0 2 16,-5 0-2-16,3-3 0 15,-2 0 17-15,4-2-14 16,-2-3-3-16,4 0-3 16,-2 1 0-16,2-6-3 15,0 5-5-15,0-3 2 16,0 3-1-16,0 5 2 16,0 1 8-16,0 2 0 0,0 2 1 15,0-3 0-15,0 4-1 16,0 0 1-16,0 0-1 15,0 0-4-15,0 0-14 16,0 0-36-16,0-4-77 16,0-2-126-16</inkml:trace>
  <inkml:trace contextRef="#ctx0" brushRef="#br1" timeOffset="-192882.08">22077 7309 394 0,'0'0'55'0,"0"0"58"16,0 0-8-16,0 0-57 15,0 0-6-15,0 0 5 16,0-56-21-16,2 45-14 16,4-2-6-16,4 0-6 15,-1-1 0-15,1-2 0 16,-2 3 0-16,5 1-15 15,-9 5 2-15,2 0 11 16,-2 6 2-16,-4-2 0 16,0 3 2-16,0 0 5 0,0-2 2 15,0 2-8-15,0-1-1 16,0 1 0-16,0 0-2 16,0 0-3-16,0 0 1 15,2 0-3-15,2 0-2 16,3 0 8-16,1 0 1 15,-2 6 1-15,6 3-1 16,-1 1-7-16,1 5-3 16,1 6-14-16,-1 2-57 15,-2 0-115-15,3 3-135 16</inkml:trace>
  <inkml:trace contextRef="#ctx0" brushRef="#br1" timeOffset="-191618.22">21835 7197 358 0,'0'0'66'16,"0"0"24"-16,0 0 13 15,0 0-55-15,0 0-9 16,0 0-5-16,0 0-11 16,-4 0-7-16,4 0-5 15,0 0-4-15,0 0-6 16,0 3 1-16,0 5-2 15,-2 5 2-15,-2 2-2 16,2 2 0-16,-3 0-3 16,-1-2 1-16,4 0-17 0,-2-5-40 15,-2 1-31-15,0-3-43 16,-1-3-76-16</inkml:trace>
  <inkml:trace contextRef="#ctx0" brushRef="#br1" timeOffset="-191251.33">21721 7264 410 0,'0'0'55'0,"0"0"41"15,0 0-36-15,0 0-59 16,0 0-1-16,0 0 36 15,25 0 0-15,-12-1-5 16,3 1-8-16,3 0-6 16,3 0-3-16,-1 0-14 15,2 0-8-15,-5 0-67 0,-1 0-160 16</inkml:trace>
  <inkml:trace contextRef="#ctx0" brushRef="#br1" timeOffset="-185903.32">2634 8018 344 0,'0'0'110'16,"0"0"-24"-16,0 0 54 15,0 0-43-15,0 0-22 16,0 0-3-16,0 0-19 15,0 0-11-15,-9-30-16 16,9 24-3-16,0 0-10 16,0-2-5-16,0-3-7 15,0 3 2-15,6-2-3 16,3-1-4-16,1 4 3 16,-2 0-1-16,5 2-8 15,-5 3-2-15,0 2-6 0,3 0-9 16,-5 0 14-16,0 4 13 15,-4 8-2-15,2 1 2 16,-4 2 2-16,0-1 0 16,0 3 0-16,0 1-2 15,-6 0-4-15,-4 0-4 16,-3-2 1-16,5 2 2 16,-6 1-4-16,1-6-9 15,1 2 8-15,3-4-1 16,-3 0-7-16,2 0 8 15,4-2-1-15,-3-1 10 16,-1-2-11-16,6-2 12 0,-2 0 2 16,3-3-2-1,3 2 3-15,-4-3-1 0,4 2-2 16,0-2 1-16,0 0 5 16,0 0 0-16,0 0-4 15,0 0 1-15,0 0-3 16,0 0-9-16,0 0 9 15,7 0 11-15,3 0 1 16,6 0-2-16,-1 0-5 16,1 0 5-16,-3 0-9 15,-1-2 4-15,-3 1-5 16,5 1 1-16,-6 0 0 16,-2 0-2-16,-1 0 0 15,1 0 1-15,-4 0 0 16,4 0 0-16,-2 3 0 0,-4 2 0 15,2-2 0-15,-2 1-5 16,0 0-43-16,0 1-113 16,0-1-99-16</inkml:trace>
  <inkml:trace contextRef="#ctx0" brushRef="#br1" timeOffset="-185205.43">2869 7923 456 0,'0'0'116'0,"0"0"-9"16,0 0 11-16,0 0-45 16,0 0-45-16,0 0 1 15,-6-8-11-15,6 8-12 16,0 0-6-16,0 0 0 16,4 8 30-16,8-3-3 15,3 1-10-15,2-1-11 16,3-4 2-16,3-1-4 15,-4 0-1-15,-1 0-2 16,1 0 0-16,-3-3-1 0,-7 0-9 16,-3 2-3-1,-2 1 0-15,-4 0 2 0,0 0 3 16,0 0 3-16,0 0 3 16,0 0-1-16,0 13 2 15,-6 3 3-15,-7 6 4 16,-3 0 0-16,3 4 0 15,1-3-2-15,0 3 7 16,3-4-6-16,-1 2-1 16,0-1-3-16,1 2 7 15,-1-4-8-15,4-4 0 16,0-3-1-16,4-1-1 16,-3-7-3-16,3-2-31 15,2-4-101-15,0 0-48 0,0-7-46 16</inkml:trace>
  <inkml:trace contextRef="#ctx0" brushRef="#br1" timeOffset="-184925.96">2832 8106 363 0,'0'0'152'0,"0"0"-26"0,0 0 11 16,0 0-94 0,0 0 17-16,0 0 6 0,25 0-24 15,-9 0-12-15,5 0 4 16,-4 0-7-16,3 0-7 16,-3 0-11-16,5 0-7 15,-3 2-2-15,0-1 0 16,-1-1-50-16,1 0-91 15,-3 0-159-15,-3 0-181 16</inkml:trace>
  <inkml:trace contextRef="#ctx0" brushRef="#br1" timeOffset="-184214.13">3190 7952 466 0,'0'0'102'0,"0"0"-46"15,0 0 38-15,0 0-58 16,0 0-5-16,0 0-8 16,26-45-11-16,-19 41-4 15,7 2 9-15,-6 1-14 16,3 1-1-16,1 0 8 15,-4 0-9-15,-1 1 3 16,-1 10 10-16,0 2 9 16,-2 2 4-16,-4 2-8 15,0 2-11-15,0 1-2 16,0-1 3-16,-10-1 0 16,-3 1-3-16,-1 2-2 15,2-3-3-15,-1-1-1 0,-3-3 0 16,3-2-2-16,-3-3-21 15,3-2 3-15,5-1-5 16,-4-2 12-16,1-2-12 16,5 0-5-16,0-2 22 15,0 3 5-15,1-3-5 16,5 0-4-16,0 0 8 16,0 2-6-16,0 0-1 15,0 0-1-15,0 4 12 16,0-1 0-16,5 3 4 15,5-1 1-15,-2-1 13 16,3 1 7-16,1 1-5 16,-4-2-5-16,5 3 7 0,5-1-16 15,-5-1 1-15,1 0-7 16,1 1 0-16,-5-2-42 16,4-3-42-16,-3-3-25 15,-3 0-115-15</inkml:trace>
  <inkml:trace contextRef="#ctx0" brushRef="#br1" timeOffset="-183836.65">3173 7994 59 0,'0'0'399'16,"0"0"-332"-16,0 0 49 15,0 0-53-15,0 0-6 16,0 0-1-16,4 6-2 15,4 1 5-15,3 2-14 16,1 2 0-16,3 3-23 0,1-1-6 16,3 3-1-1,-3-3-12-15,-1 4 4 0,1 1-7 16,-3-1-1-16,-3 1-6 16,-2 0-49-16,-1-4-79 15,-1 0-122-15</inkml:trace>
  <inkml:trace contextRef="#ctx0" brushRef="#br1" timeOffset="-183336.13">3469 8140 389 0,'0'0'103'0,"0"0"-1"16,0 0-16-16,0 0-56 15,0 0 2-15,0 0 13 16,2 27-3-16,2-13 3 16,-2 4 12-16,2 0-31 15,-2 3-13-15,-2-1-5 16,4-1-7-16,-4-3-1 16,0-6-11-16,0-3-83 15,0-7-69-15,0 0-144 0</inkml:trace>
  <inkml:trace contextRef="#ctx0" brushRef="#br1" timeOffset="-182715.81">3659 7894 24 0,'0'0'497'16,"0"0"-405"-16,0 0 3 16,0 0-40-16,0 0-34 15,0 0 12-15,0 12 15 16,0-4 6-16,0 2-19 16,0 0 3-16,0 1-4 15,0 1-19-15,0 1-2 16,0 1-6-16,0 2-2 0,-2 3 1 15,-9 0-6-15,5 1 0 16,0-1 0-16,-2-4 0 16,2-2-6-16,-1-4-3 15,7-4-1-15,0-2-8 16,0-1-16-16,0-2-2 16,0 0-31-16,0 0 31 15,0 0 20-15,0 0 15 16,9 0 1-16,1 0 16 15,2 0 22-15,3 0-7 0,1-2-15 16,-1-1-6-16,1 1-4 16,-3-1 0-16,-1 0-6 15,1 3 0-15,-7 0-9 16,4 0-52-16,-8 0-22 16,2 0-90-16,-4 0-33 15,0 0-149-15</inkml:trace>
  <inkml:trace contextRef="#ctx0" brushRef="#br1" timeOffset="-182422.18">3756 8026 476 0,'0'0'169'16,"0"0"-53"-16,0 0 16 16,0 0-84-16,0 0-10 15,0 0 3-15,-6 2-19 16,4 14 12-16,-2 0 10 16,-3 2-12-16,5 3-11 15,-4-1-4-15,2 1-10 16,2-1-6-16,-2 0-1 15,2-2-41-15,-2-3-115 16,-3 2-237-16</inkml:trace>
  <inkml:trace contextRef="#ctx0" brushRef="#br1" timeOffset="-179827.85">28049 3381 285 0,'0'0'468'0,"0"0"-435"16,0 0 86-16,0 0 4 16,0 0-82-16,0 0-29 15,0 0-3-15,0-7-9 16,0 7-4-16,0 0 3 15,0 2 1-15,0 2 3 16,4 5-2-16,2 2 0 16,4-2 3-16,-1 3-4 15,-3-1-3-15,4 3 3 16,-8 1 5-16,2 5-5 0,-4-1 0 16,0-1 3-1,0 0-2-15,-6-1-1 0,-4-2 0 16,2-2 2-16,-3-2-1 15,3-2-1-15,-6 2 2 16,5-1 4-16,-3 0-6 16,-1 4-2-16,1 1 0 15,-4 1 2-15,-3 3-1 16,7-3-3-16,-1-2-12 16,3-6-18-16,4-1-29 15,6-7-29-15,0 0-112 16,0-15-202-16</inkml:trace>
  <inkml:trace contextRef="#ctx0" brushRef="#br1" timeOffset="-179212.22">27950 3579 486 0,'0'0'66'0,"0"0"24"15,0 0-9-15,0 0-57 16,0 0-23-16,0 0-1 16,-7 6 7-16,7 5 15 15,-4 1 1-15,-2 2-1 16,0 2-6-16,0-1-7 15,-3 1-9-15,-1-2-4 16,2-1-27-16,-5-3-12 0,3 0-16 16,0-4 16-16,3-4 13 15,-1 2 13-15,2-2 14 16,2 1 3-16,-2-2 1 16,4 3 1-16,-3-3-2 15,3 1-3-15,2 1-6 16,0 1-6-16,0-1 15 15,0 3 0-15,0 2 4 16,0 0 5-16,0-5 6 16,7 5-7-16,-1-3 0 15,0-2-3-15,0-1-1 16,2 0 3-16,-1-1-7 0,3-1-24 16,2 0-23-1,-5 0-79-15,3 2-122 0</inkml:trace>
  <inkml:trace contextRef="#ctx0" brushRef="#br1" timeOffset="-178500.4">28040 3857 402 0,'0'0'44'16,"0"0"24"-16,0 0 35 16,0 0-77-16,0 0-16 15,0 0-4-15,0 2 1 16,0-2 4-16,0 1 20 15,0 2-3-15,0-3-18 16,3 0-2-16,1 2-6 0,2-1-2 16,0 1 1-16,4-2-2 15,-1 0-5-15,-5 0 0 16,2 0-5-16,-4 3 9 16,-2-3 1-16,4 0 1 15,-2 0 0-15,2 0 0 16,-2 0 0-16,9 0-1 15,-5 0-1-15,2 2-22 16,-1-2-6-16,-3 0-8 16,-2 0 30-16,-2 0-40 15,0 0 3-15,0 1-22 16,0-1-73-16</inkml:trace>
  <inkml:trace contextRef="#ctx0" brushRef="#br1" timeOffset="-178103.68">28154 3775 449 0,'0'0'21'0,"0"0"-19"16,0 0 37-16,0 0 2 16,0 0-1-16,0 0-7 15,-35 75-5-15,25-52 7 16,-3-1-27-16,5-3-8 16,-4 0-31-16,1-4-141 0</inkml:trace>
  <inkml:trace contextRef="#ctx0" brushRef="#br1" timeOffset="-173151.46">28119 3346 443 0,'0'0'131'0,"0"0"-35"16,0 0 21-16,0 0-44 16,0 0-47-16,0 0 3 15,0 0 4-15,0-3 5 0,0 3 1 16,0 0-3 0,0 0-9-16,0 3 4 0,0 3 0 15,-4 3-3-15,2 2-14 16,-2-2 0-16,-3 3-12 15,5-1 3-15,-2 1 1 16,2 0 6-16,-2 2 1 16,2-1-5-16,-2 2 5 15,2 0-10-15,-2 2 3 16,-3-1 1-16,1 0-2 16,0 1 1-16,-4 0 1 15,4-4 4-15,-1 0-7 16,1-4-2-16,-2 0 0 15,-2-1 5-15,3-2-6 16,-1-2 1-16,-2 4 3 16,-3-1-2-16,-3-1-2 0,3 3 4 15,1-2 1-15,0 1 0 16,3-2-4-16,-1-2 3 16,4 1-3-16,0-4 0 15,4-1 2-15,-3 0 8 16,3 0 1-16,-4 0-8 15,2 0 1-15,-6 0 2 16,3 0-1-16,1-1 2 16,-2-1-5-16,2-1-3 15,-5 3 0-15,3-1-1 16,2 0 1-16,0-1-1 0,0 1 1 16,-1-2 0-1,3 1-1-15,2-1-2 0,-2 0-3 16,4-2-5-16,0 0-6 15,0-5-11-15,0-1-20 16,6-1-63-16,11-5-137 16,-5 0-362-16</inkml:trace>
  <inkml:trace contextRef="#ctx0" brushRef="#br1" timeOffset="-172486.09">28012 3356 432 0,'0'0'77'15,"0"0"74"-15,0 0 7 16,0 0-23-16,0 0-32 16,0 0-33-16,-7-5-22 15,7 5-17-15,0 0-9 16,0-3-5-16,0-1-6 16,17-2 9-16,4-2 8 15,14-6-16-15,2 0-9 16,4-8 0-16,-4 1-3 15,-1 3-8-15,-12 2 4 0,-7 4-2 16,-11 6 6-16,-4 3 2 16,-2 3 4-1,0 0 8-15,0 0-1 0,0 0 4 16,0 0-9-16,-8 1-6 16,-2 8 0-16,1 2 0 15,3 1-2-15,-4 3 1 16,6 2 2-16,2 0 1 15,-3 3-4-15,3 2 1 16,2 2 0-16,0-2 0 16,0 1-1-16,0-2-3 15,0-1-2-15,0-3-29 16,2-1-62-16,3-6-108 0,-5-6-329 16</inkml:trace>
  <inkml:trace contextRef="#ctx0" brushRef="#br1" timeOffset="-171366.49">28053 3841 568 0,'0'0'76'0,"0"0"74"0,0 0 2 16,0 0-78-16,0 0-9 16,0 0-22-16,-13 0-6 15,13 0-8-15,0 0-7 16,0 0-16-16,13 0 11 15,10 0 5-15,3 0 1 16,6 0-9-16,3 0-13 16,-4 0 1-16,-7 0-2 15,-1 0-4-15,-4 0-3 16,-9 0 1-16,-4 0-5 0,-4 0 0 16,-2 6-1-1,0-1 12-15,0 3 8 0,-8 0 2 16,-10-2-8-16,-5 2-2 15,-2-3-2-15,-4 0-14 16,2-2-2-16,0-3 0 16,2 0-14-16,7 0 18 15,5-4 0-15,5-4-3 16,2 1 5-16,-2 2 12 16,6 0 5-16,2 2 5 15,-4 3-4-15,4 0 3 16,0 0-3-16,0 0-1 15,0 0-4-15,0 0 0 0,0 0-1 16,4 0 2 0,12 0 2-16,5 0 15 0,8 0-3 15,-2 0-5-15,6 0-6 16,-8 0-4-16,-1 0-1 16,-5-3 0-16,-7 2-1 15,-5 1 1-15,-7 0-1 16,0 0 1-16,0 0-1 15,0 0 3-15,0 0 1 16,-2 0 4-16,-11 0-7 16,-8 4-4-16,-3 1-13 15,5-2-29-15,-2 0-49 16,1-3-133-16,5 0-269 16</inkml:trace>
  <inkml:trace contextRef="#ctx0" brushRef="#br1" timeOffset="-166538.85">4707 8061 289 0,'0'0'53'15,"0"0"15"-15,0 0 60 16,0 0-13-16,0 0-16 16,0 0 11-16,0 0-15 15,0 0-22-15,0 0-19 16,0 0-12-16,0 0-12 16,0 0-10-16,0 0-5 15,4 0 2-15,-4 0-4 16,2 0-6-16,8 0-7 15,3 0 3-15,7-3 11 16,-1-4-5-16,4 5-7 0,0-3 0 16,-3 2-1-16,-1-1 1 15,-3 3-1-15,-3 1-1 16,-3 0 0-16,-4 0-2 16,-6 0 3-16,2 0-3 15,-2 0 4-15,0 0-5 16,0 0 2-16,0 0-18 15,0 0-34-15,0 0-53 16,0-2-154-16,0-4-190 16</inkml:trace>
  <inkml:trace contextRef="#ctx0" brushRef="#br1" timeOffset="-165805.72">5126 7937 317 0,'0'0'146'15,"0"0"-70"-15,0 0 79 16,0 0-31-16,0 0-30 15,0 0-25-15,-8-25-10 16,8 24-21-16,-4-1-7 16,2 2-12-16,2 0-2 15,-4 0-17-15,4 0 0 0,-6 5 0 16,4 5 0 0,-5 0-5-16,1 3 3 0,2-3 2 15,2 1 0-15,-2-5-1 16,4-2-1-16,0 0-13 15,0-1-10-15,0-1-5 16,0 0 2-16,4 0 4 16,2-1 0-16,7 1 21 15,-5-2 2-15,8 2 2 16,-3-1-2-16,-5 2 2 16,2 1-2-16,-1 1 1 15,1 1-1-15,-4 5-3 16,-2-1 4-16,-2 3 16 15,-2 2 9-15,0-1-2 16,0 0-2-16,0-1 2 0,-2-1 7 16,-8-2-4-16,-2 2-6 15,-5-3 0-15,5-3 1 16,-7-4-6-16,7-2-1 16,-3 0-14-16,1 0-2 15,5-9-26-15,-1-8-47 16,4-4-35-16,6 1-92 15,0-1-153-15</inkml:trace>
  <inkml:trace contextRef="#ctx0" brushRef="#br1" timeOffset="-165529.6">5120 7912 414 0,'0'0'190'16,"0"0"-121"-16,0 0 101 16,0 0-73-16,0 0-41 15,0 0 4-15,44-11-15 16,-34 11-11-16,2 0-6 16,1 0-3-16,3 0-17 15,-3 0-6-15,7 0 4 16,1 0-4-16,-2 0-2 15,1 0-10-15,3-1-31 16,-8 1-27-16,1 0-137 16,-12 0-207-16</inkml:trace>
  <inkml:trace contextRef="#ctx0" brushRef="#br1" timeOffset="-164543.28">5513 7943 443 0,'0'0'24'0,"0"0"91"0,0 0 12 16,0 0-36-1,0 0-20-15,0 0-5 16,-25-17-17-16,21 17-11 0,2 0-5 16,-4 0-14-1,0 0 1-15,-5 0-12 0,9 0 1 16,-8 0 0-16,0 5-3 16,3 3-5-16,-1 0 0 15,2 4 1-15,-4 0 0 16,7 1 3-16,-1 3-1 15,4-1 5-15,0-3-5 16,0-2 0-16,0 0-4 16,0-6-2-16,17-1-5 15,-5-2 5-15,7-1 1 16,4 0 1-16,-5-6-10 16,1-7 1-16,-1 3-7 0,-5-3-12 15,-3 0 7-15,3 1-10 16,-11 2 10-16,-2 2 6 15,0-1 10-15,0 2 5 16,0 0 0-16,0 3 0 16,0 0-1-16,-7-1 0 15,5 2 2-15,-4 3 1 16,6 0-2-16,0 0-1 16,0 0-1-16,0 0-20 15,0 0 2-15,0 8 20 16,0 4 3-16,0 1 2 15,0-1 0-15,0 3-2 16,0-2 2-16,6 2-1 0,1-2-2 16,-7 2 1-16,6-2-1 15,-6 2 4-15,0-4 1 16,0 2 3-16,0-4-1 16,0 1-4-16,0-2 3 15,0 1 2-15,0-2 5 16,-4-1-5-16,2-1 9 15,-9 2 0-15,3 0 2 16,-7 1-3-16,3-1-3 16,0 1 3-16,-3 0 0 15,5-5-7-15,-3-1 3 16,5 0-3-16,-2 0-5 16,4-2-2-16,-1 1-3 0,1-1-1 15,2 0-4-15,4 0 1 16,0 0-20-16,0 0-32 15,0 0-50-15,0-1-98 16,10-7-154-16</inkml:trace>
  <inkml:trace contextRef="#ctx0" brushRef="#br1" timeOffset="-164181.49">5691 8122 641 0,'0'0'86'0,"0"0"26"16,0 0 27-16,0 0-103 15,0 0-23-15,0 0 3 16,0 14-13-16,0 0 3 0,0-1-1 16,0 1-2-1,-2 1-3-15,2-6 0 0,0-2-27 16,0-3-107-16,0-4-95 15,0 0-97-15</inkml:trace>
  <inkml:trace contextRef="#ctx0" brushRef="#br1" timeOffset="-163358.83">5897 7876 449 0,'0'0'80'0,"0"0"61"15,0 0-23-15,0 0-36 16,0 0-2-16,0 0-26 15,0 0-16-15,0 0-7 16,-6 0 0-16,4 3-12 16,-4 2-14-16,2 2-2 15,2 3-1-15,-4 0-1 16,1 2 0-16,-1 1 0 16,4 3 6-16,-4 3-2 0,6-2 2 15,0-1 6-15,0-4-13 16,0-2-1-16,2-8-5 15,4 2 0-15,7-4-13 16,-3 0-1-16,-2 0-2 16,3-5 11-16,-1-3-6 15,-2-4 2-15,-2 1 6 16,-1-4-5-16,3-1-21 16,-4 2-10-16,-4 0-6 15,0 5 19-15,0 5 26 16,0 1 6-16,0 3 11 15,0 0 18-15,0 0-4 0,0 0-4 16,-4 0-8-16,2 3-9 16,-2 2-2-16,2 3-2 15,2 2-1-15,0 0 1 16,0 1 3-16,0 3-3 16,0 3 1-16,0-1 0 15,0 2 0-15,0 1 1 16,2 2-2-16,2-4 1 15,-4-2-1-15,0-1 1 16,2-5 1-16,-2 2-2 16,0-2 5-16,0-3-1 15,0-1-2-15,0-1-2 16,0-3 6-16,0 2 0 0,-6-1-1 16,-1 0-1-16,-1 0 4 15,-2 0 8-15,-1-2 4 16,3 0-2-16,-2 0 0 15,2 0-3-15,1 0-13 16,1 0 0-16,2 0-2 16,-2-6 0-16,4 0-9 15,-2-1-28-15,4 1-29 16,0-2-42-16,0 0-66 16,0-4-117-16</inkml:trace>
  <inkml:trace contextRef="#ctx0" brushRef="#br1" timeOffset="-162682.12">6094 7924 36 0,'0'0'418'0,"0"0"-379"16,0 0 131-16,0 0-31 0,0 0-50 15,0 0-32-15,0 0-8 16,0-23-24-16,0 17-22 15,6-3 2-15,2 1-5 16,3 0 0-16,1 0 3 16,0 2-4-16,-3 3 1 15,1 2-1-15,-2 1-4 16,-4 0-6-16,7 0 8 16,-9 9-12-16,2 4 15 15,-2 1 5-15,-2 2 7 0,0 4-7 16,0-1-4-1,0 0 1-15,-6 1-2 0,0-2 0 16,-5-3-6-16,3-2-13 16,-2 1 14-16,1-4-16 15,-1 2 9-15,2-1-8 16,-5-4 19-16,3 2 0 16,8-1 2-16,-4-5 0 15,-2 1-1-15,8 1-1 16,-2-1 1-16,2 0-3 15,0 1-1-15,0-2 4 16,0 2 8-16,0-1 5 16,0-1-2-16,2 0-4 15,6 0 3-15,0 2-6 16,-2-2 3-16,1 0-3 16,5 4-1-16,-2-3-3 0,-1 1-3 15,-3-2-5-15,4-3-38 16,-2 0-69-16,-4 0-108 15,-4 0-101-15</inkml:trace>
  <inkml:trace contextRef="#ctx0" brushRef="#br1" timeOffset="-162193.46">6084 7926 321 0,'0'0'198'0,"0"0"-195"15,0 0 51-15,0 0 5 16,0 0-19-16,0 0 8 16,24 13 20-16,-17-1 0 0,-3-2 10 15,2 3-21-15,0 1-12 16,-4 0-19-16,4 2 3 15,1 0-14-15,-1 2 4 16,0 3-7-16,0-3 2 16,0-1-4-16,-2-1-1 15,7-4-8-15,-9 0 0 16,4-4 1-16,-2 3-2 16,2-3 0-16,-4-2-3 15,5 0-24-15,-7 0-58 16,6 0-130-16,-6 2-200 15</inkml:trace>
  <inkml:trace contextRef="#ctx0" brushRef="#br1" timeOffset="-158859.78">28962 3347 381 0,'0'0'157'16,"0"0"-106"-16,0 0 48 15,0 0-11-15,0 0-48 16,0 0 3-16,0-9-11 16,0 9-17-16,0 0-2 15,0 0 3-15,0 0-1 16,0 0 15-16,0 0 4 15,0 0 3-15,0 0-8 0,0 0-15 16,-4 0-4-16,-2 0 11 16,0 0-21-16,4 0 0 15,-4 2 1-15,-1 2-1 16,1 3 0-16,0-2 1 16,-4 3 0-16,3 1-2 15,-5-1 0-15,2 4 1 16,1 1 0-16,-3 2-1 15,2 0 1-15,1 1-2 16,-1 0 2-16,4 1 0 16,-2 4 5-16,1 1-5 15,-3 4-1-15,0-1 1 16,4 2 0-16,-1 2 1 0,1-3-1 16,0 3 5-1,4 0-4-15,-2-4 0 0,4 0 2 16,0-5-1-16,0-7 2 15,0-1-8-15,10-3 3 16,3-3-4-16,3 2 5 16,-4-1-3-16,7-1 3 15,2-1-8-15,-5 0-34 16,3 1-48-16,-3-3-68 16,-3-1-206-16</inkml:trace>
  <inkml:trace contextRef="#ctx0" brushRef="#br1" timeOffset="-158048.78">28979 3187 119 0,'0'0'393'15,"0"0"-326"-15,0 0 12 16,0 0 5-16,0 0-40 16,0 0-20-16,0 5 5 15,0-5-13-15,6 0-8 16,2 0 9-16,5 0-5 0,-1 0-8 16,-1 0-1-16,1 0-2 15,2 0-1-15,1-4-3 16,-1 0-5-16,-1 0-17 15,-3 3 0-15,-2-1 2 16,-1 1-4-16,-3-2 3 16,-4 2 4-16,2 1 1 15,-2 0 5-15,0 0 3 16,0 12 11-16,-2 5 10 16,-9 7 19-16,-3 0 11 15,2 1 8-15,-1 0-10 16,-1-1 3-16,7 0-41 0,1-1-19 15,6-5-121-15,0-2-186 16</inkml:trace>
  <inkml:trace contextRef="#ctx0" brushRef="#br1" timeOffset="-157109.33">29320 3184 257 0,'0'0'212'0,"0"0"-176"16,0 0 19-16,0 0-38 15,0 0-15-15,0 0 49 16,21 4 8-16,-5 0-8 15,3-1-10-15,-1 0-18 16,1 0-14-16,-2 0-9 16,-1 1-1-16,-3 1 1 15,-1-2-32-15,-4-1-38 0,3 0-34 16,-5-2-68 0,2 0-228-16</inkml:trace>
  <inkml:trace contextRef="#ctx0" brushRef="#br1" timeOffset="-156637.75">29442 3103 308 0,'0'0'69'0,"0"0"12"0,0 0-24 16,0 0-27-16,0 0-15 15,0 0-9-15,-12 13-5 16,5-1 12-16,-3 5 14 15,4 3 14-15,-9 3-4 16,-1 3-19-16,1 3-7 16,-1-1-11-16,-1-1-29 15,3-3-157-15</inkml:trace>
  <inkml:trace contextRef="#ctx0" brushRef="#br1" timeOffset="-151395.22">7268 7982 73 0,'0'0'412'15,"0"0"-335"-15,0 0 50 16,0 0-8-16,0 0-59 16,0 0 11-16,0 0-23 15,0 2-10-15,0-2-15 16,0 0-1-16,4 0-4 15,4-8 12-15,9-6-16 0,2-5 3 16,3-5-13-16,-1-1-4 16,2-2-1-16,-1 1-16 15,-1 1-2-15,-2 4-10 16,-7 2-2-16,1-1-10 16,-3 5-3-16,-4 3-1 15,0 1-7-15,-2 6 28 16,-4 1 17-16,0 4 4 15,0 0 2-15,0 0 2 16,0 0 2-16,0 4 24 16,-4 8-26-16,-4 3 25 15,2 3 2-15,-2 4-5 16,-1 5 2-16,-1 4 8 0,2 3 4 16,-3 1-14-1,-1 3 4-15,4-2-7 0,-3-4-11 16,3 0 1-16,2-7-9 15,2-6-1-15,0-8-4 16,4-3-16-16,0-5-56 16,0-3-146-16,0-5-155 15</inkml:trace>
  <inkml:trace contextRef="#ctx0" brushRef="#br1" timeOffset="-150405.65">7570 7819 203 0,'0'0'252'16,"0"0"-176"-16,0 0 75 15,0 0-32-15,0 0-65 0,0 0 4 16,0-23-26-16,6 14-16 16,0 2 2-16,0 1-10 15,1 2-6-15,3-1-2 16,-2 4 0-16,3 1-2 16,1 0 0-16,-4 0-3 15,5 3-6-15,-5 7 2 16,0 2 2-16,-4 2 6 15,-2 2 0-15,-2-1-3 16,0 3-1-16,0-1 5 16,-12-2 4-16,0 2-1 15,-1-1 0-15,-5-4 3 16,5-1-3-16,3-5-3 0,2-3 5 16,1-3-5-16,3 0-7 15,2 0 7-15,2 0-1 16,0 0-1-16,0 0-14 15,0-3-21-15,0-4 0 16,8-1 5-16,9 2 7 16,-3 0-8-16,3 2-2 15,-3 1 4-15,3 3 6 16,-1 0-12-16,-3 0 14 16,-5 3 14-16,2 6 2 15,-7-2 7-15,1 4 1 16,-4-2 13-16,0 1 20 15,0 0 5-15,0 0-5 0,-4 0 8 16,-3 1-5-16,-1-3 1 16,-2 1-11-16,-3-1 11 15,1-1 0-15,0 3-16 16,-5-3 8-16,3 0-7 16,1-1-5-16,1-2 4 15,-1-4-7-15,3 0-14 16,-2 0 0-16,7 0-1 15,-1-7-28-15,0-3-38 16,4-4-58-16,2 3-49 16,0-2-67-16</inkml:trace>
  <inkml:trace contextRef="#ctx0" brushRef="#br1" timeOffset="-149611.46">7847 7856 225 0,'0'0'203'0,"0"0"-138"16,0 0 80-16,0 0-42 15,0 0-40-15,0 0-13 16,0 0 9-16,0-43-31 0,0 36-13 16,8 0-5-16,2 1-6 15,-1 0 3-15,3 1-5 16,0 3-2-16,1 1 1 15,-1 1-3-15,-1 0 1 16,1 0-6-16,-2 0-4 16,-3 7 8-16,-1 2-3 15,0 0 6-15,-4 1-1 16,4 3 4-16,-6 1-1 16,0 1 2-16,0 1-1 15,-6-4 2-15,-6 4-5 16,-3-4 5-16,-1 1-5 0,-7-1 0 15,2 2 0 1,-2-1 0-16,3-1 0 0,3 0 1 16,-1 0-1-16,1-3-1 15,5 0 1-15,3-1 0 16,-1-1 0-16,4 1-2 16,4 0 2-16,2-2-5 15,0 2-5-15,0 1 5 16,6-3 5-16,9-2 3 15,7 0-3-15,-1-4 4 16,6 0-4-16,4 0 1 16,-4-4-1-16,2-1-18 15,-5 1-23-15,-5 0-12 0,-9 3-105 16,-1 1 13 0,-9 0-111-16</inkml:trace>
  <inkml:trace contextRef="#ctx0" brushRef="#br1" timeOffset="-149212.12">7861 7846 230 0,'0'0'276'16,"0"0"-215"-16,0 0 45 16,0 0-46-16,0 0-44 15,0 0 30-15,-2 6-8 16,10 1 12-16,3 4 16 15,-3 2-23-15,2 2-6 16,-1 1-15-16,3-2-9 16,5 5-7-16,-5-1-4 15,5 2-2-15,-5-3 0 0,0-1 0 16,1-2-15-16,-7-4-73 16,6 0 2-16,-5-2-209 15,-5 0-29-15</inkml:trace>
  <inkml:trace contextRef="#ctx0" brushRef="#br1" timeOffset="-148666.98">8169 7976 235 0,'0'0'102'0,"0"0"-79"16,0 0 30-16,0 0 3 16,0 0-12-16,0 0 26 15,2 0 0-15,-2 6 1 16,0 1 5-16,0 4-24 16,0 2-7-16,0 0-21 15,0 2-7-15,0-1-13 0,0 3-3 16,0-3-2-1,0-1-19-15,0-3-94 0,0-1-72 16,0-5-138-16</inkml:trace>
  <inkml:trace contextRef="#ctx0" brushRef="#br1" timeOffset="-147975.15">8488 7758 442 0,'0'0'32'15,"0"0"43"-15,0 0 45 16,0 0-71-16,0 0-18 15,0 0 15-15,-7-14-25 0,1 14-2 16,0 0-3-16,6 0 15 16,-6 6-30-16,0 2 5 15,-1 4-4-15,1 0-1 16,0 4 0-16,-2 3 2 16,-3 4-3-16,3 4 9 15,-2 1-3-15,-3 3 14 16,3 2 7-16,4-4-1 15,4-2-1-15,2-6-7 16,0-3-18-16,0-4-7 16,8-4-1-16,2-5 2 15,7-1-7-15,-5-4 3 16,3 0 2-16,1-8-5 0,-1-7-7 16,-3 0-5-16,1-7-11 15,-9 2 17-15,0 4-4 16,-4 1 22-16,0 1 1 15,-4 6 5-15,-7 3 6 16,-1 2 17-16,-2 3 16 16,-5 0-17-16,2 0 2 15,3 9-21-15,-1 4-8 16,7-3-11-16,-2 0-53 16,10-1-88-16,-2-4-115 15</inkml:trace>
  <inkml:trace contextRef="#ctx0" brushRef="#br1" timeOffset="-147163.85">8703 7803 456 0,'0'0'5'0,"0"0"85"16,0 0 34-16,0 0-51 15,0 0 8-15,0 0 3 16,-11-10-44-16,5 10 8 16,0 10-48-16,-4 3 1 15,1 5-1-15,-1 1 0 16,2 4 0-16,3-2 2 16,3-3 1-16,2-4 7 0,0-3-10 15,0-2 1 1,13-7-3-16,1-2-9 15,9 0-4-15,0-6 7 0,2-13-45 16,-7 2 3-16,1-1 7 16,-7-1 3-16,-1 3 27 15,-5 3-6-15,-4 1 16 16,-2 2 3-16,0 0 4 16,0 5-2-16,0 2 9 15,-2-1 4-15,-4 4 0 16,1 0 5-16,-1 0-1 15,6 0-15-15,-2 0 13 16,-2 0-17-16,4 5 0 16,0 8 1-16,-2 0 0 15,2 5 4-15,0 0 11 16,0-1 12-16,0 3-18 0,0 1 1 16,0 0 0-16,0-1-6 15,0 2-2-15,0 0 0 16,0-3 15-16,0 4 29 15,0-4-17-15,0-2-22 16,-4-2 9-16,2-2 12 16,2-4-11-16,-4-5 1 15,4 0-13-15,-5-4 7 16,3 0 3-16,-2 0 16 16,-4 0-10-16,-2 0-8 15,-3-4-11-15,-1 0 2 0,-5 2-3 16,-4-2-2-1,-1 4-18-15,1 0-34 0,2 0-54 16,-6 9-217-16</inkml:trace>
  <inkml:trace contextRef="#ctx0" brushRef="#br1" timeOffset="-133432.78">170 9142 12 0,'0'0'50'0,"0"0"-44"15,0 0 19-15,0 0 19 16,0 0-22-16,0 0 6 0,0 0-3 16,0-11-9-16,0 11-1 15,0 0 5-15,0 0 4 16,0 0 14-16,0 0-5 15,0 0 0-15,0 0 12 16,0 0 5-16,0-1 8 16,0-2 1-16,0 3-13 15,0-2-18-15,0 0-12 16,0 2-5-16,0 0-5 16,0 0-5-16,0 0-1 0,0 0-2 15,0 0 1 1,0 0 1-16,0 0 4 15,0 0 3-15,0 0 7 0,0 0 7 16,0 0 1-16,0 0-6 16,0 0 1-16,0 0-4 15,0 0 1-15,0 0-5 16,0 0 0-16,0 0-7 16,0-1 2-16,2-2 19 15,8 1 23-15,0 0-25 16,-4 2-5-16,7-1-11 15,-5 1-3-15,5 0 2 16,-3 0 0-16,2 0-3 0,-3 0 0 16,3-2-1-1,2 2 3-15,-5 0-2 0,-3-2 2 16,4 2-3-16,-4 0 0 16,1 0-1-16,-1 0-6 15,-4 0-14-15,-2 0-24 16,0 0-53-16,0 7-89 15,0-1-4-15</inkml:trace>
  <inkml:trace contextRef="#ctx0" brushRef="#br1" timeOffset="-132155.25">521 8948 74 0,'0'0'263'16,"0"0"-225"-16,0 0 4 16,0 0 2-16,0 0-20 15,0 0-4-15,-10 4 0 0,8-3 2 16,2 2 3-16,-5 0-4 16,3-1-5-16,-2 2-12 15,4 0-2-15,-2 0-1 16,-2 3 1-16,2-1 4 15,-2 1-1-15,4-3 1 16,-6 3-3-16,6 1 0 16,-2-3-1-16,2 2-2 15,0 0 0-15,0 0 0 16,0-1 1-16,0-1 0 16,0 0 2-16,0 3 2 15,0-1 8-15,0-2-8 0,-5 3-1 16,5-2 1-1,0 1 5-15,-2-3-1 0,2 3-7 16,0 1 3-16,0-3-1 16,0 4-3-16,0-1 3 15,-4 0 0-15,4 1 1 16,0-1-3-16,0-1-2 16,0 0 1-16,0-2-1 15,0 2-1-15,0-3 1 16,0-2 1-16,0 3 1 15,0 1-2-15,0-4 1 16,0 4-1-16,0 1-1 16,0-2 1-16,0 3 2 0,0-2-2 15,0-2 1-15,4 0-1 16,-4 1 0-16,2 1 0 16,-2-2 0-16,5 1 0 15,-5-2 0-15,2-1-1 16,-2 4 0-16,0-4 1 15,4 1-1-15,-2 2-2 16,2-4 2-16,-2 2 1 16,2-2 0-16,-4-1 4 15,2 4-2-15,2-4-2 16,-4 1 0-16,2-1-2 16,3 2 2-16,-3-2 0 0,2 0-2 15,-4 0 1 1,0 0 1-16,0 0-2 0,0 0-8 15,0 0-14-15,0 0-23 16,0 0-51 0,0 0-72-16</inkml:trace>
  <inkml:trace contextRef="#ctx0" brushRef="#br1" timeOffset="-128746.38">602 9054 448 0,'0'0'86'15,"0"0"-14"-15,0 0 14 16,0 0-38-16,0 0-19 16,0 0 2-16,0 0 2 15,0 3-6-15,0-3 16 0,0-6-14 16,0-3-11-16,6-8-11 16,4 0-7-16,-2 2 0 15,3-1-7-15,-5 0-12 16,0 3-23-16,4 0 8 15,-8 2-10-15,5 6-7 16,-3-1 15-16,-4 4-2 16,0 2 7-16,0 0 1 15,0 0 8-15,0 0 0 16,0 0 22-16,0 9 9 16,0 3 15-16,0 3-6 15,-4 6-2-15,-3 1 14 0,1 4 2 16,0 0-3-16,0-1-5 15,2-1-6-15,2-3-5 16,2-6-4-16,-4-6-8 16,4-3-1-16,0-5-12 15,0-1-88-15,0 0-110 16,0-3-127-16</inkml:trace>
  <inkml:trace contextRef="#ctx0" brushRef="#br1" timeOffset="-127951.34">721 8959 143 0,'0'0'313'15,"0"0"-260"-15,0 0 35 16,0 0-23-16,0 0-54 0,0 0-6 15,7-18-4-15,-1 11 0 16,4 0-1-16,-2 3 0 16,-1 1 0-16,3 3 0 15,-4 0-2-15,0 0-6 16,-4 2 8-16,3 5 14 16,-3 3 10-16,-2-2-3 15,0 3-8-15,0 0-1 16,0 2-8-16,-2 0 3 15,-9 0-1-15,5 0-4 16,-2-5 0-16,2 3-2 16,-1-7 0-16,1 2-7 15,-2-3 4-15,8-2 3 0,-2-1 0 16,2 0 0-16,0 0-18 16,0 0-8-16,0 0 1 15,0 0-2-15,0 0 14 16,0-3 3-16,6-2 5 15,4 2-13-15,-3 0-15 16,1 1 8-16,2 2-1 16,-4 0 7-16,1 0 4 15,-5 0 2-15,2 0 7 16,-4 0 6-16,0 5 6 16,0 1 16-16,0 2 15 15,0-2 2-15,0 2 2 0,0 1-6 16,0-1-4-16,0-1-2 15,0 0 1-15,0-2-5 16,-6 0-2-16,-1-2 1 16,1-1-2-16,0 0-6 15,-4-1 6-15,3 1-17 16,1-2 3-16,-4 1-8 16,4-1-19-16,-1 0-28 15,5 0-27-15,-2 0-93 16,4 0-119-16</inkml:trace>
  <inkml:trace contextRef="#ctx0" brushRef="#br1" timeOffset="-127278.38">866 8947 251 0,'0'0'197'0,"0"0"-147"16,0 0 54-16,0 0-35 16,0 0-50-16,0 0-12 15,0-10-2-15,0 5-5 16,6 0 0-16,-4 1 0 16,9 0 0-16,-5 1-1 15,0 0-1-15,0 1-3 16,1 2 0-16,-5 0 3 15,2 0-7-15,-2 0 9 16,2 5 1-16,-4 1 27 0,4 3-12 16,-4 1-5-1,0 2 0-15,0 2-2 0,0-1-3 16,-4 2-3-16,-2-4-1 16,-5 4-2-16,5-5-3 15,0 1-1-15,0-4 1 16,4 2 0-16,-4-4 1 15,1 2-3-15,3-2 1 16,2 3 3-16,-4 0-5 16,4-4 6-16,0 0-1 15,0 0-1-15,0-1-3 16,0-1-2-16,0 2 5 16,0-2-3-16,0-1 5 15,6 0 6-15,1-1-1 0,5 1-2 16,0-1-2-1,1 0 1-15,1 0-4 0,-5 0-16 16,3 0-14-16,-6 0-113 16,-2-2-34-16</inkml:trace>
  <inkml:trace contextRef="#ctx0" brushRef="#br1" timeOffset="-126878.29">891 8959 255 0,'0'0'146'0,"0"0"-119"16,0 0 37-16,0 0 0 16,0 0-2-16,0 0-8 0,2 13-8 15,8-5 4-15,-3 1-16 16,1-1-15-16,2 1-6 15,0 2-4-15,-1 1-7 16,1-1 3-16,-4-1-5 16,0 1-3-16,1-2-46 15,-5-5-56-15,-2-1-112 16</inkml:trace>
  <inkml:trace contextRef="#ctx0" brushRef="#br1" timeOffset="-126338.04">1048 9044 178 0,'0'0'158'0,"0"0"-115"16,0 0-3-16,0 0-4 15,0 0-9-15,0 0 17 16,2 0 36-16,-2 6-11 16,4 5-25-16,-2-2-26 0,-2 3 1 15,0 0-6-15,0 1-1 16,0-1-7-16,0 3-5 16,0-5-19-16,0-1-81 15,0-3-126-15</inkml:trace>
  <inkml:trace contextRef="#ctx0" brushRef="#br1" timeOffset="-125725.5">1189 8863 506 0,'0'0'84'0,"0"0"26"16,0 0-17-16,0 0-57 0,0 0-14 16,0 0 16-1,-17 0-6-15,11 0-23 0,6 8-9 16,-6 5-2-16,4 0 2 16,-5 6-1-16,3 0 1 15,2 2-1-15,-2 2 1 16,4 2 0-16,0 0-1 15,0-4 1-15,0-2 2 16,0-10-2-16,0-1-2 16,0-5-17-16,6-3 2 15,0 0-16-15,5 0 23 16,-5-11 6-16,2 0-35 16,-2-5-16-16,1 2-20 15,-3-1 17-15,-4 3 11 0,0 3-9 16,0 3 36-16,0 1 20 15,0 4 6-15,-4 1 8 16,-5 0 16-16,3 0 27 16,-4 0-19-16,2 6-22 15,-3-1-13-15,5 1 3 16,0 1-6-16,6-2-45 16,-2-1-74-16,2-2-61 15</inkml:trace>
  <inkml:trace contextRef="#ctx0" brushRef="#br1" timeOffset="-125012">1302 8902 359 0,'0'0'168'0,"0"0"-107"16,0 0 51-16,0 0-56 15,0 0-27-15,0 0 8 16,-6-5 22-16,2 13-32 0,0 3-24 15,2 0 1-15,2 6-4 16,-4-2 6-16,4-3-5 16,0 1 4-16,0-4-5 15,0-7-2-15,0-2-27 16,4 0-3-16,2 0 7 16,-2 0 21-16,2-2 2 15,0-9-10-15,1-2-11 16,-1 5-4-16,-4-1-14 15,-2 2 4-15,4 4 24 16,-4 1 13-16,0 2 2 16,0-1 3-16,0 1 0 15,0 0 7-15,0 0 3 0,0 0-5 16,0 6 7-16,0 7-10 16,0-2-2-16,0 4-3 15,2-4-2-15,2 2 0 16,-4 1 0-16,0-1 1 15,2 1-1-15,2-2 2 16,-4 1-1-16,0-4 0 16,0-1-1-16,0 0 4 15,0-3-1-15,0-1 3 16,0 0-4-16,0-2 10 0,-4-1-1 16,2 0 4-1,-8 0 6-15,4 1 1 0,-3 2-8 16,3 0 7-16,0-1-7 15,-2 0-5-15,6-2-3 16,-2-1-6-16,4 0-27 16,0 0-46-16,0 0-42 15,0 0-154-15</inkml:trace>
  <inkml:trace contextRef="#ctx0" brushRef="#br1" timeOffset="-124537.31">1443 9008 491 0,'0'0'69'15,"0"0"27"-15,0 0-10 16,0 0-72-16,0 0-5 16,0 0 10-16,2 2 6 15,8 0 5-15,3-2-14 16,-1 1-5-16,0-1-4 15,5 3-7-15,4-1-2 16,-5 2-67-16,-8 0-173 0</inkml:trace>
  <inkml:trace contextRef="#ctx0" brushRef="#br1" timeOffset="-123863.52">1637 8919 409 0,'0'0'61'0,"0"0"43"16,0 0 12-16,0 0-89 16,0 0-19-16,0 0 6 0,-16 4-14 15,9 4-7-15,5 0 5 16,-2-2-13-16,2-1-1 16,2 1-8-16,-4-1-7 15,2 1 19-15,2-4 3 16,0 0-34-16,0 0 7 15,0 1 8-15,0-3-2 16,0 0-10-16,6 1 23 16,2 1 14-16,3-2 1 15,-3 1 2-15,2 1 2 16,-3 0-1-16,1-2 9 16,0 5 3-16,-2-1 13 0,-4 1-2 15,3 3 20 1,-5 2 22-16,0 0-9 0,0 2-10 15,0 0-7-15,0 0 3 16,0-3-7-16,-7-2-4 16,1-2 0-16,-2-5-32 15,0 0-22-15,1 0-61 16,-3-8-64-16,2-8-102 16</inkml:trace>
  <inkml:trace contextRef="#ctx0" brushRef="#br1" timeOffset="-123669.33">1637 8919 493 0</inkml:trace>
  <inkml:trace contextRef="#ctx0" brushRef="#br1" timeOffset="-123586.38">1637 8919 493 0,'2'-20'41'0,"2"20"132"0,3 0-41 0,1 0-54 0,6 0-44 0,-1 3-13 16,1-3-14-16,3 1-7 0,-5 1-33 15,7 1-115-15,-7 2-131 16</inkml:trace>
  <inkml:trace contextRef="#ctx0" brushRef="#br1" timeOffset="-122897.88">1840 8888 401 0,'0'0'49'15,"0"0"69"-15,0 0-16 16,0 0-54-16,0 0-11 15,0 0 19-15,-19-17-39 16,17 17 3-16,2 0 10 16,-4 0-3-16,2 8-15 15,-2 7-11-15,-2 1 1 16,3 0 2-16,-1-2 0 16,4-4-3-16,0-2-1 15,0-5-4-15,0-1-28 16,7-2 4-16,3 0 14 0,-2 0-1 15,5-2-11-15,1-6-9 16,-6 0-3-16,3 3 5 16,-5-1 18-16,-4 1 4 15,2 3-3-15,-4-1 14 16,0 2 1-16,0 1 11 16,0 0 15-16,0 0 2 15,0 0 3-15,0 0-9 16,0 0-2-16,0 0-18 15,0 1-3-15,0 7-10 16,0 2 10-16,0 3 0 0,0-1 0 16,0 1 8-1,0 2 1-15,0-2 2 0,0 0 2 16,0-3 1-16,0-1 11 16,0-5 8-16,0 1-18 15,0-1 6-15,0 0-2 16,-6 0-11-16,-7 0-8 15,3 1 0-15,0-1-19 16,4-1-42-16,3 0-45 16,-1-1-75-16,2-2-9 15</inkml:trace>
  <inkml:trace contextRef="#ctx0" brushRef="#br1" timeOffset="-122495.95">1958 9017 312 0,'0'0'147'15,"0"0"-146"-15,0 0 40 16,0 0-3-16,0 0-28 15,0 0 36-15,0 42 14 16,-5-27-33-16,-1 2-7 16,4 0-11-16,-4 2-9 15,2-4-12-15,4-9-74 16,0-6-133-16</inkml:trace>
  <inkml:trace contextRef="#ctx0" brushRef="#br1" timeOffset="-121817.55">2044 8887 455 0,'0'0'48'0,"0"0"102"0,0 0-58 16,0 0-60-16,0 0-7 15,0 0-6-15,-16-12-19 16,10 12-1-16,4 6 1 15,-5 8 6-15,3 2-6 16,-2 4 2-16,0-1 9 16,0-1 6-16,6-4 5 15,0-3 10-15,0-7-32 16,4-1-19-16,4-3-3 16,2 0 9-16,3 0 3 15,-1-7-5-15,-1-6-23 0,-3 2-10 16,-4 3 6-16,2-3 4 15,-4 2-7-15,-2 0 0 16,0 1 17-16,0 6 28 16,0 2 14-16,0 0 47 15,0 0-6-15,0 0-15 16,0 0 5-16,0 0-23 16,0 0-13-16,0 5-9 15,0 5-1-15,0 0 1 16,0 4 2-16,0-2 2 15,0 4-2-15,0-5 1 16,0 2 6-16,0 0 7 16,0-1 13-16,0 1 12 15,0-1-9-15,0 0-3 16,-6 1 29-16,0-6-33 0,-7 1-8 16,7-4-15-16,-4-4-2 15,4 0-57-15,4-1-67 16,-3-14-44-16,5-2-174 15</inkml:trace>
  <inkml:trace contextRef="#ctx0" brushRef="#br1" timeOffset="-121322.02">2111 8916 730 0,'0'0'22'16,"0"0"15"-16,0 0 4 16,0 0-38-16,0 0-3 15,0 0 2-15,24-13 1 16,-17 13-2-16,-1 0-1 15,0 0 0-15,-2 0 3 16,-2 0-2-16,2 4 3 16,-2 3 8-16,-2 1 9 15,0 2-1-15,0 0-11 0,0 1 0 16,0-1-9-16,-8 0-1 16,-2 4-17-16,1-3-10 15,-1 3-15-15,0-2 12 16,2-1 9-16,1 0 10 15,3 2 11-15,4-2-1 16,0-1 4-16,0-1-2 16,0-3 9-16,0 1 9 15,0-3-10-15,6-2 0 16,5 2-2-16,-1-4-1 16,-2 2-3-16,3-2-2 15,-3 0-10-15,-2 0-62 0,-2-7-126 16,2-3-180-16</inkml:trace>
  <inkml:trace contextRef="#ctx0" brushRef="#br1" timeOffset="-121050.95">2100 8948 500 0,'0'0'96'0,"0"0"-32"0,0 0 94 15,0 0-85-15,0 0-23 16,0 0-8-16,23 68-15 16,-11-55-19-16,-1-2 1 15,-3-1-9-15,2 1-13 16,5-2-30-16,-5-1-64 15,-2-3-8-15,-4-2-263 16</inkml:trace>
  <inkml:trace contextRef="#ctx0" brushRef="#br1" timeOffset="-120617.71">2237 8814 456 0,'0'0'114'0,"0"0"-89"16,0 0 42-16,0 0 16 16,0 0-65-16,0 0 38 15,39 61 0-15,-33-41-3 16,0-2-7-16,-2 3-11 15,-1 1-1-15,-3 2-15 16,0 2 1-16,0 1-9 16,0 3 0-16,-13 2-11 15,-1-2-11-15,-5 2-31 16,-6-8-106-16,-4-4-192 16</inkml:trace>
  <inkml:trace contextRef="#ctx0" brushRef="#br1" timeOffset="-119407.78">1085 9424 157 0,'0'0'95'0,"0"0"-22"15,0 0 8-15,0 0-8 16,0 0 14-16,0 0 10 15,0 0-10-15,0 0-15 16,0 0 11-16,0 0-16 16,0 0-18-16,0 0-14 15,0 0-9-15,2 0-10 16,2 0-5-16,3 0-4 16,-1 0-2-16,0 0-1 0,6 0-3 15,-1 0-1-15,1 0-9 16,-4-1-24-16,5-4-42 15,-3 4-45-15,-2-3-16 16,-1-1-101-16,-7 3-49 16</inkml:trace>
  <inkml:trace contextRef="#ctx0" brushRef="#br1" timeOffset="-118952.05">1106 9525 384 0,'0'0'83'15,"0"0"-9"-15,0 0 28 0,0 0-65 16,0 0-1-16,0 0 11 15,0-3-15-15,4 1 15 16,2 1-3-16,0-1 2 16,5 2-18-16,1 0-4 15,1-1-15-15,-5 1-4 16,4 0-2-16,-1 0-3 16,-3 0 3-16,2 0-3 15,-4 0-59-15,1-4-91 16,-1 1-134-16</inkml:trace>
  <inkml:trace contextRef="#ctx0" brushRef="#br1" timeOffset="-116211.85">1339 9418 188 0,'0'0'137'0,"0"0"-46"0,0 0 35 15,0 0-5-15,0 0-23 16,0 0-17-16,-6 0 7 16,6 0-25-16,0 0-11 15,0 0-8-15,0 0-12 16,0 0-15-16,0 0-11 16,0 0-3-16,0 0-3 15,0 0-3-15,0 0-6 16,0 0 9-16,9 0 3 15,1 0 7-15,-2 0-2 16,5 0 0-16,-3 0-5 16,0 0-1-16,-1 0-2 15,-3 0 0-15,-2 0 0 0,-2 0-8 16,2 0-23-16,-4 0-43 16,0 0-82-16,0 0-113 15,0 0-240-15</inkml:trace>
  <inkml:trace contextRef="#ctx0" brushRef="#br1" timeOffset="-113867.95">1490 9264 503 0,'0'0'129'0,"0"0"-81"16,0 0 63-16,0 0-62 16,0 0-47-16,0 0 8 15,0 0 35-15,27 0 1 16,-8 0-7-16,-1 0-17 16,3 0-12-16,-6 0-3 15,3 0-7-15,-5 0-1 16,-1-1-2-16,-6-5 1 15,0 0-12-15,-6 1 0 16,5 2 7-16,-5 3-6 16,0 0 3-16,0 0 6 0,0 0 2 15,0 0-7-15,0 0-7 16,-5 12 9-16,-1 3 5 16,-2 5 2-16,-4 3 2 15,1 3 1-15,3 1 11 16,-2 1-8-16,1 2 6 15,-1 0-5-15,4-3 4 16,-5-7-3-16,5-7-1 16,4-8-5-16,-2-4-2 15,4-1-14-15,0 0-53 16,0-1-62-16,-2-13-125 16</inkml:trace>
  <inkml:trace contextRef="#ctx0" brushRef="#br1" timeOffset="-113602.64">1503 9368 417 0,'0'0'137'16,"0"0"-94"-16,0 0 87 15,0 0-57-15,0 0-19 16,0 0 22-16,58-21-43 0,-38 18-16 16,-1 3-5-16,0 0-12 15,-5 0-2-15,5 0-15 16,1 0-121-16,-5 6-98 16,-3 2-124-16</inkml:trace>
  <inkml:trace contextRef="#ctx0" brushRef="#br1" timeOffset="-112862.33">1759 9287 282 0,'0'0'170'0,"0"0"-137"16,0 0 50-16,0 0-43 15,0 0-37-15,0 0 0 16,13-38 5-16,-7 29 1 15,4 1 10-15,-2 1-14 16,3 1-1-16,-3 5-4 16,-2 1 0-16,0 0 0 15,-2 0-3-15,-1 0 3 16,1 3 30-16,-4 9-4 16,0-2 1-16,0 1 5 15,0 3-11-15,-4-3-10 0,-5 2-9 16,-1 4-1-16,2-2-2 15,-3 3 1-15,-1 0-19 16,0 0 11-16,-1-2-16 16,1 4 3-16,1-3 13 15,-1-4-2-15,6 2 6 16,0-5 4-16,4 2 0 16,-3-3 0-16,5-3 0 15,0 2 1-15,0-3 2 16,0 2 3-16,0-3 6 15,5 1 10-15,7 0-12 16,-6 0 8-16,7-4-3 0,3-1-15 16,-8 0-3-16,9 0 0 15,-5-6-10-15,1-7-44 16,-5 1-52-16,-2-2-97 16</inkml:trace>
  <inkml:trace contextRef="#ctx0" brushRef="#br1" timeOffset="-112427.8">1765 9306 391 0,'0'0'103'15,"0"0"-32"-15,0 0 9 16,0 0-65-16,0 0-13 15,0 0 0-15,0 0 5 0,0 0 16 16,0 0 25 0,0 2 8-16,0 5-15 0,11 4-6 15,-5 4 0-15,0-2-14 16,2 5-2-16,-4 0 1 16,3 0-6-16,-1 1-10 15,-4-1-2-15,2 3-4 16,-4-3-12-16,2-1-68 15,-2-2-73-15,0-5-120 16</inkml:trace>
  <inkml:trace contextRef="#ctx0" brushRef="#br1" timeOffset="-112064.84">1904 9509 314 0,'0'0'160'16,"0"0"-107"-16,0 0 51 15,0 0-31-15,0 0-45 16,0 0 15-16,0 32-15 16,0-16-14-16,0-2-10 15,0 3-4-15,0-6-25 16,0 0-74-16,0-5-129 15</inkml:trace>
  <inkml:trace contextRef="#ctx0" brushRef="#br1" timeOffset="-111292.39">1964 9273 217 0,'0'0'242'16,"0"0"-179"-16,0 0 71 15,0 0-34-15,0 0-54 0,0 0-13 16,0 0-4-16,0 0 4 15,8 0 48-15,4 0-25 16,1 1-29-16,3-1-8 16,-3 0-11-16,3 0-7 15,-3 0-1-15,-5 0-1 16,-2 0-12-16,-2 0-14 16,-2 0-1-16,3 0 2 15,-5 0 10-15,0 0 11 16,0 0 5-16,0 0 6 0,0 0-6 15,0 0-1 1,-5 9-5-16,-1 4 4 0,-2 4 2 16,2 3 5-16,-5 1 10 15,5 3 5-15,0 1-3 16,-4 3-1-16,8 0 1 16,-5-3 1-16,3-1-2 15,2-5-11-15,-2-3-5 16,4-9-13-1,0-3-45-15,0-4-63 0,0 0-83 16,0 0-54-16</inkml:trace>
  <inkml:trace contextRef="#ctx0" brushRef="#br1" timeOffset="-111060.63">1970 9413 488 0,'0'0'134'16,"0"0"7"-16,0 0-11 15,0 0-81-15,0 0-19 16,0 0 41-16,19 0-40 16,-5 0-12-16,3 0-14 15,1 0-5-15,-1-4-30 0,-3 3-75 16,-3 1-152-1,1 0-212-15</inkml:trace>
  <inkml:trace contextRef="#ctx0" brushRef="#br1" timeOffset="-110589.52">2148 9341 69 0,'0'0'547'0,"0"0"-471"16,0 0 46-1,0 0-21-15,0 0-65 0,0 0-16 16,0 0-5-16,10-9 1 15,-4-4 0-15,3 0-9 16,3-1-3-16,-6-1-2 16,4 1-2-16,-3 0 0 15,-5 5-6-15,2 3-9 16,-4 4 11-16,0-1 4 16,0 3 4-16,0 0 0 15,0 0-1-15,0 0 15 16,0 0 3-16,0 9 17 15,0 4-27-15,0 5 7 16,0 3 12-16,-4 2-1 0,-2 8-2 16,3 1 1-16,-3 5-8 15,0-4-2-15,2 3-16 16,-2-2-2-16,4-6-9 16,-2-3-69-16,1-5-135 15,-3-11-342-15</inkml:trace>
  <inkml:trace contextRef="#ctx0" brushRef="#br1" timeOffset="-99256.64">4756 9140 252 0,'0'0'133'0,"0"0"-105"15,0 0 27-15,0 0-25 16,0 0 17-16,0 0 53 15,0 0-8-15,0 0-27 16,7-4 1-16,-7 4 12 16,0 0-23-16,0 0-12 15,0 0-5-15,0 0-8 16,0 0-5-16,0 0-2 16,4 0-9-16,-4 0-7 15,0 0-3-15,0 0-2 0,2 0 0 16,2 0-2-16,2 0 5 15,2 0-1-15,3-2 6 16,-1 1-4-16,3 1 2 16,-5 0-1-16,4 0-1 15,-1 0-1-15,-3 0-1 16,2 0 5-16,-2 0-5 16,-1 0-3-16,7 0 1 15,-8 0 2-15,3 0-4 16,-3 0 1-16,4 0 2 15,-4 0-2-15,3 0-1 16,-3 0 1-16,0 0-2 0,0 0 0 16,0 0 1-1,-2 0 2-15,-1 0-2 0,1 0-1 16,-4 0 1-16,0 0-1 16,0 0 3-16,0 0-1 15,0 0 0-15,0 0 2 16,2 0-3-16,-2 0 0 15,0 0 0-15,0 0 0 16,0 0-5-16,0 0-18 16,0 0-28-16,0 9-73 15,0 1-93-15,0 2-276 16</inkml:trace>
  <inkml:trace contextRef="#ctx0" brushRef="#br1" timeOffset="-97552.25">7053 9110 372 0,'0'0'109'15,"0"0"21"-15,0 0-17 16,0 0-32-16,0 0-5 0,0 0-9 15,0 0-20 1,-4-2-2-16,4 2-13 0,0-1-4 16,0 1-7-16,0 0-7 15,0-1-10-15,0 1 7 16,6-3 17-16,6-2 0 16,5 1-7-16,-3-2-3 15,3-2-9-15,0 3 0 16,-5 1-2-16,7 3-5 15,-5 0 7-15,3 1-3 16,-1 0-2-16,-1 0-1 16,1 0-2-16,-1 0 0 15,-3 0 0-15,-2 0-1 16,-3 0 0-16,3 0 0 0,-8 0 0 16,4 1 0-16,-2-1 0 15,-4 0 1-15,6 0 0 16,-3 0-1-16,1 1 0 15,-4 2 0-15,2-3 0 16,2 1 0-16,-2 1 0 16,2-1-1-16,-2 1-1 15,-2 0 2-15,4-1 0 16,-4-1 0-16,0 0 1 16,0 0-1-16,0 0-1 15,0 0-4-15,0 0-8 16,0 0-11-16,0 0-16 15,0 0-60-15,0 2-261 0</inkml:trace>
  <inkml:trace contextRef="#ctx0" brushRef="#br1" timeOffset="-95949.45">9401 9198 389 0,'0'0'107'0,"0"0"-3"16,0 0-1-16,0 0-60 15,0 0-6-15,0 0 1 16,0 0 7-16,0 0 25 16,0 0-24-16,0 0-3 15,0 0-12-15,0 0-13 16,0 0-10-16,0 0 1 15,6 0 6-15,-3 0 2 16,1 0 9-16,0 0-8 16,2 0 0-16,0 0-4 15,2 0 0-15,3 0-2 16,1 0-4-16,1 0 1 0,1 0-5 16,7 0 1-16,-7 0 2 15,5 0-1-15,-1 0-3 16,1-1 0-16,-2 0-1 15,-1-2-1-15,-3 3 0 16,1 0-1-16,-2-2 0 16,1-1 0-16,-1 0 1 15,3-1-2-15,-3 2 4 16,3-2-3-16,-3-1 4 16,0 3-4-16,-1 1 1 15,1-1 0-15,-4 2 0 16,-1 0 2-16,3 0-2 15,-4 0-2-15,0 0 2 16,0 0-1-16,1 0 7 16,-3 0-6-16,-2 2-1 0,-2-1 0 15,0-1 0-15,0 2 2 16,4 1-2-16,-4-1-2 16,2-2-9-16,-2 1-24 15,0 1-48-15,0-1-132 16,0-1-369-16</inkml:trace>
  <inkml:trace contextRef="#ctx0" brushRef="#br1" timeOffset="-94652.49">11305 8801 325 0,'0'0'88'0,"0"0"0"16,0 0 5-16,0 0-17 15,0 0-6-15,0 0-8 16,-10 0 4-16,10 0 14 0,0 0-26 15,0 0-6 1,0 0-12-16,0 0-5 0,0 0-17 16,0 0-9-16,0 0-3 15,6 0 20-15,4 0 7 16,5 1-9-16,1 2-2 16,7 1-3-16,-4 1-7 15,1-1 0-15,3 1 2 16,0 0-4-16,-5-1 2 15,3-1-7-15,-2-1 2 16,-1-2-2-16,3 0 2 16,-7 0-3-16,-1 0 2 15,-3 0-1-15,-8 0 1 16,2 0-2-16,-4 0 1 0,0 0 0 16,0 0 6-1,0 0-4-15,0 0 1 0,0 0-4 16,0 0-2-16,0 0-10 15,0 0-42-15,-4 0-41 16,2 2-133-16,-4 0-229 16</inkml:trace>
  <inkml:trace contextRef="#ctx0" brushRef="#br1" timeOffset="-94125.54">11597 8759 583 0,'0'0'65'16,"0"0"79"-16,0 0-74 0,0 0-44 15,0 0 5-15,0 0-11 16,-5 3 0-16,12 1 14 15,9-1-2-15,3 1-11 16,3-2 3-16,5 4-11 16,4 0-8-16,2 3-5 15,-6-1 0-15,2 3 0 16,-4 3 0-16,-6-1 0 16,-7 1 2-16,-6 1-2 15,0-5 1-15,-6 3 13 16,0-7-5-16,0 5 12 15,-14-3-9-15,-5-3-7 16,-3 3-1-16,-1-1-4 0,-4-4-18 16,-2 2-25-1,4 1-60-15,3 0-93 0,3-2-137 16</inkml:trace>
  <inkml:trace contextRef="#ctx0" brushRef="#br1" timeOffset="-90925.8">11681 9351 302 0,'0'0'105'16,"0"0"7"-16,0 0 46 16,0 0-46-16,0 0 5 15,0 0-28-15,0 0-14 16,-6-4-6-16,2 4-21 15,4 0-14-15,0 0-7 16,0 0-4-16,0 0-9 0,0 0-4 16,0 0-4-16,4 0-1 15,4 0 14-15,9 0-2 16,2 0-2-16,3 0-1 16,-1 0-9-16,2-3 2 15,-5 3-1-15,1 0-1 16,-3 0-3-16,-1 0 1 15,3 0-1-15,1 0 2 16,2 0-2-16,-3-2 7 16,-3 1-9-16,1-3 1 0,-3 3 3 15,-1 1-4 1,-4 0 2-16,-3 0-1 0,-1 0-1 16,-2 0 0-16,2 0 0 15,-4 0 0-15,2 0-3 16,-2 0-3-16,0 0-31 15,0 0-53-15,-2 0-208 16</inkml:trace>
  <inkml:trace contextRef="#ctx0" brushRef="#br1" timeOffset="-74606.5">5168 9074 178 0,'0'0'217'0,"0"0"-149"0,0 0 29 15,0 0 0-15,0 0-32 16,0 0-2-16,0 0-2 16,0 0 14-16,0 0-9 15,-4-5-12-15,4 5-19 16,0-2-15-16,0-2-9 15,0-1-3-15,0-4-7 16,0 0-1-16,8-2 5 16,0 3-4-16,3 1-1 15,1 1-1-15,-4 2 0 0,5 3-1 16,-3 1-2 0,-4 0-3-16,0 0 3 0,1 0-4 15,-1 0 8-15,-2 2 0 16,-2 5 1-16,-2 2-1 15,0 1-1-15,4 2 1 16,-4 3 3-16,0 1 2 16,0 1-5-16,-4-1 1 15,2 2 0-15,-8-1 0 16,-1 0-1-16,5-3 0 16,-6 2 1-16,3-4-1 15,-1 2 0-15,2-5 0 16,-3 0 4-16,5 0-2 15,-6-2-2-15,1-1 0 16,3 3-2-16,-2-3 2 0,4 2 0 16,-3-1 2-16,3-2-2 15,2-3 1-15,-2 2-1 16,6-4 1-16,0 0-1 16,0 1-1-16,0-1 1 15,0 0 0-15,0 0 0 16,0 0 0-16,0 0-1 15,0 0-3-15,0 0-1 16,0 0-3-16,0 0 2 16,10 0 6-16,-2 0 4 15,3 0-1-15,-3 0-3 16,2 0 0-16,-1 0 3 0,1 0-3 16,0 0 4-16,-1 0-4 15,1 0-1-15,-2 0 0 16,3 0 0-16,-5 0 1 15,-4 0-1-15,2 0-8 16,-2 0 1-16,-2 0-10 16,0 0-19-16,0 0 2 15,0 0-7-15,0 2-30 16,0-1-29-16,0 1-85 16,0-2-114-16</inkml:trace>
  <inkml:trace contextRef="#ctx0" brushRef="#br1" timeOffset="-73287.88">5534 9033 201 0,'0'0'231'16,"0"0"-177"-16,0 0 56 16,0 0-22-16,0 0-35 15,0 0-7-15,-25 2-1 16,23-2-2-16,-2 0 13 15,-3 0-20-15,5 0-6 16,-4 0-11-16,0 0-11 16,0 0-6-16,0 0 1 15,1 0 3-15,-1 0 4 16,0 0 0-16,0 0-2 0,2 0-3 16,-5 2 0-16,3 4-3 15,0-3-2-15,-4 5-1 16,4 1 1-16,-1-1 1 15,5 3-1-15,-4-2 0 16,2 3 0-16,4-1 0 16,0-3-2-16,0 1 2 15,0 0-1-15,0-2-2 16,4-2 2-16,4 0 1 16,-1-3 0-16,9 0-2 15,-4-2 0-15,1 0 2 16,5 0 1-16,-1-2 2 15,-3-6-3-15,-1 0-3 0,-3-1 1 16,3 0-3 0,-3-1-3-16,-4-2 4 0,0 3-7 15,-4 0 2-15,-2 1 0 16,0 1 2-16,0 4 4 16,0-2 2-16,0 4 0 15,0-2-4-15,0 3 2 16,0 0 1-16,0 0-7 15,0 0-3-15,0 0 5 16,0 0 6-16,0 0 0 16,0 0 2-16,0 0-3 15,0 5 2-15,0 2-1 16,0 1 0-16,0 5 1 16,0-2 0-16,0 2 0 0,0 0 1 15,0 2 3-15,0-1 0 16,0 1 1-16,0 1 1 15,0 0-4-15,0-2-1 16,0-3 0-16,0 3 0 16,0-3 0-16,0 1 0 15,0-1 1-15,0 0 0 16,0 0 1-16,0 1-2 16,-2-5 3-16,-2 1 0 15,2-2-3-15,-4-5 4 16,-2 0 5-16,1-1-3 15,-1 0 10-15,2 0-4 16,-4 0-3-16,1 0-5 0,-1 2 4 16,2-1 0-16,-3-1 4 15,5 2-8-15,0-2 1 16,0 0-2-16,0 0-2 16,2 0-1-16,1 0-1 15,-1 0 0-15,2 0-4 16,2 0 1-16,-4 0-20 15,4 0-37-15,0 0-20 16,0-2-52-16,0-8-162 16</inkml:trace>
  <inkml:trace contextRef="#ctx0" brushRef="#br1" timeOffset="-72845.01">5652 9300 347 0,'0'0'106'0,"0"0"-23"16,0 0 2-16,0 0-41 15,0 0-21-15,0 0 11 16,0 13-4-16,0-2 4 16,0 1 14-16,0 2-4 15,0 4-12-15,0-2-1 0,0 0-24 16,0 2-7-16,0-4-38 16,0-7-87-16,0-5-151 15</inkml:trace>
  <inkml:trace contextRef="#ctx0" brushRef="#br1" timeOffset="-68801.94">5920 9067 277 0,'0'0'74'0,"0"0"-6"16,0 0 13-16,0 0-1 0,0 0-12 15,0 0-17 1,0 0-13-16,0-6 0 0,0 4-9 16,0 1-5-16,0 1-8 15,0 0-7-15,0 0-1 16,0 0-4-16,0-1 0 16,0 1-4-16,0 0 0 15,0-3-1-15,0 3 1 16,0 0-11-16,0-1-38 15,0-1-99-15,0 0-227 16</inkml:trace>
  <inkml:trace contextRef="#ctx0" brushRef="#br1" timeOffset="-64145.4">5995 9042 541 0,'0'0'49'16,"0"0"58"-16,0 0-6 16,0 0-29-16,0 0-15 15,0 0-23-15,0 0 11 16,-15-24-4-16,9 22-6 0,6 0 1 16,-4 1-2-16,2 1-16 15,-4 0-1-15,6 0-13 16,-11 0 5-16,9 0-7 15,-4 0 3-15,0 0-5 16,0 0 4-16,-1 0 2 16,1 0-3-16,0 0-3 15,2 5 0-15,-2 2-1 16,-5 0 1-16,5 1-2 16,4-4 0-16,-4 1 4 0,2 0-2 15,2 3 0 1,-3 0 2-16,-1-1-4 15,6 4 1-15,0-4-2 16,0 4 2-16,0-2 0 0,0-4-1 16,0 2 1-16,0-3-11 15,11-2 11-15,1-1-3 16,-4 1 0-16,5-2 4 16,1 0 1-16,-1 0-1 15,1-3-3-15,-2-8 1 16,1-3-3-16,-1 1 2 15,-1-5-5-15,-5 3-4 16,0-1 4-16,-2 2-8 16,-4 3 10-16,2 0-6 15,-2 4 10-15,0 2 2 0,0 2 3 16,0 3-2 0,0 0 1-16,0 0-1 0,0 0-2 15,-2 0-4-15,-2 0 5 16,2 0-1-16,-2 2 4 15,0 5-4-15,2 2 1 16,2-1 0-16,-5 2 0 16,5 2 2-16,-2-1 3 15,2 4-3-15,0-2 2 16,0 0-1-16,0 2 2 16,0 0 0-16,0 0 0 15,0-3-4-15,0 3 0 16,0-2 1-16,0 3-4 15,0-2 3-15,2 1-1 0,-2 0 1 16,5-3-1-16,-5 4 0 16,0-3 1-16,0-2 2 15,0 5 0-15,0-5 0 16,0 2-3-16,0-3 4 16,0-5 2-16,0 1-5 15,0-4 3-15,0-1 0 16,0 1-1-16,0-2 7 15,-5 0 13-15,-3 0-6 16,-2 0-10-16,2 0 8 16,-9-5-7-16,5-1-8 15,-1 3 1-15,5-2 2 16,-2 2 3-16,-1 0-5 0,5 0 0 16,4 1-1-16,-2 1 5 15,2 0-5-15,-2 1 0 16,4 0-2-16,0 0 2 15,0 0-2-15,0 0-5 16,0 0-22-16,0-4-59 16,0-5-104-16,0-4-309 15</inkml:trace>
  <inkml:trace contextRef="#ctx0" brushRef="#br1" timeOffset="-62682.12">6150 9180 320 0,'0'0'83'0,"0"0"-10"16,0 0-2-16,0 0-30 16,0 0-14-16,0 0 18 15,0 0-9-15,0 0 14 16,0 0-10-16,0 0-17 16,0 0-6-16,0 0-12 15,0 0-1-15,2 0 0 16,-2 0 2-16,4 0 13 0,2-2 9 15,-4-6 0-15,2 0-6 16,2-2-3-16,-3 1-7 16,5-3-12-16,-2 0 2 15,0 3 4-15,0-2-6 16,-4 3 0-16,5-3 0 16,-3 2 0-16,-2 0-1 15,2 0 1-15,2 0 0 16,-4-2 1-16,2 2 0 15,-4-1-1-15,7 4 0 16,-7 1 0-16,2 2 0 16,-2 1 0-16,0 2 1 15,0 0 0-15,0 0 0 0,0 0 3 16,0 0 2-16,0 0 3 16,0 0 1-16,0 0 3 15,0 0-2-15,0 0 4 16,0 0-2-16,0 0 14 15,0 0-2-15,0 5-15 16,0 2-9-16,0 4 0 16,-2-3 1-16,-2 6 0 15,1-3-1-15,3 5-1 16,-4 0 0-16,2 0 4 16,2-1 2-16,-4 2-2 15,2-3 1-15,-2 0 6 16,2 0-2-16,2-1-2 15,-4-1 1-15,4 2-2 16,0-3-4-16,0 3 4 0,-2-3 0 16,2 1 1-16,0-4 1 15,-5 3-2-15,5-2 0 16,0-4-2-16,-2 1-4 16,2 0 2-16,0-1 1 15,0 0-2-15,0 0 0 16,0 2 0-16,-4 4 3 15,4-5-1-15,-2 7-2 16,2-5 5-16,0-4-4 16,0 0-1-16,0-1 2 15,0-1-1-15,0-1-1 16,0-1-1-16,0 0 0 0,0 0-2 16,0 0 1-16,0 0-1 15,0 0-18-15,0 0-15 16,0 0-41-16,0 0-116 15,0 0-222-15</inkml:trace>
  <inkml:trace contextRef="#ctx0" brushRef="#br1" timeOffset="-42629.56">7508 9044 378 0,'0'0'51'16,"0"0"38"-16,0 0 41 15,0 0-32-15,0 0-9 16,0 0 3-16,0 0-27 16,0 0-7-16,-13-15-10 15,13 15-4-15,0 0-8 16,0 0-14-16,0-3-9 15,0 1-13-15,0-1 1 16,0-5-1-16,0 0 0 16,0 1 1-16,9 2-1 15,1 1-4-15,-2-1 2 0,5 3-2 16,-3 2-9-16,-2 0 3 16,3 0-1-16,1 0-5 15,-6 0-2-15,0 2 9 16,1 7-12-16,-1-2 9 15,-6 6 10-15,0 0 4 16,0 5 1-16,0 0-1 16,-6 0-2-16,-3 0-1 15,-1 0-2-15,0-3 3 16,1 1 0-16,3-4 2 16,-4-3-4-16,4-1 4 15,-1-4-2-15,1 3 3 16,4-6-1-16,-2 2 0 0,4-3-1 15,-2 0 0-15,2 0 7 16,-4 0-8-16,4 0 2 16,0 0-6-16,0 0 4 15,0 0-4-15,0 0-5 16,0 0-1-16,0 0 4 16,0 0-3-16,0-4 8 15,6-2-1-15,0 4-6 16,5 1-2-16,-3 1-3 15,2 0-4-15,-2 0 5 16,-1 0 2-16,3 0-1 16,-4 0 1-16,0 5-1 0,1 3 2 15,-1-2 1 1,-2 1 7-16,2 1 1 0,-4-1 0 16,-2-1 0-16,0 3 7 15,0 0-4-15,0-1-1 16,0-1 5-16,0 1-4 15,0-5 4-15,0 1 4 16,-2 1 6-16,-4-2 6 16,2-1-10-16,-2 3-2 15,-1-2 14-15,-1-2-10 16,-2 3 5-16,4-3-6 16,-7 1 6-16,3-1-2 15,2 1-6-15,-3-2 0 0,3 0 1 16,2 0-8-1,0 0-5-15,-1 0 5 0,7 3-5 16,-4-3-3-16,2 0-10 16,-2 0-32-16,2 0-48 15,-4 0-164-15,-5 0-496 16</inkml:trace>
  <inkml:trace contextRef="#ctx0" brushRef="#br1" timeOffset="-39583.59">7799 9042 323 0,'0'0'118'0,"0"0"-28"16,0 0 23-16,0 0-18 16,0 0-8-16,0 0 18 15,0 0-28-15,0-26-19 16,-4 26-7-16,4 0-12 16,0 0-9-16,0 0-12 15,0 0-18-15,0 0 0 16,0 0-10-16,-2 1 10 15,2 7 8-15,-6 4-2 16,2-3-5-16,-2 7 1 16,3-1-1-16,-3 3-1 0,0 1 3 15,-4 0-2-15,4 0-1 16,-5 1 0-16,5-4-3 16,0-3-10-16,0-1 5 15,6-4-3-15,-3-3-7 16,3 1 5-16,0-5 5 15,0 0 2-15,0 1 1 16,0-2 5-16,0 0-4 16,0 0 0-16,0 0 0 15,0 0-9-15,0 0-2 16,0 0 9-16,3 0 6 16,7 0 2-16,2-4 0 15,5-3-1-15,-3 1 4 0,3 4-3 16,1-2 0-16,-5 3 0 15,1 1-2-15,-3 0 0 16,-1 0 2-16,-8 0 0 16,2 0-2-16,2 0-5 15,-6 3 3-15,0 0 1 16,0-2-7-16,0-1 3 16,0 2-49-16,0 0-110 15,0-1-54-15,0-1-102 16</inkml:trace>
  <inkml:trace contextRef="#ctx0" brushRef="#br1" timeOffset="-39261.21">7878 9122 410 0,'0'0'105'0,"0"0"-21"15,0 0 26-15,0 0-50 16,0 0-49-16,0 0 13 16,-19 30 17-16,15-14 13 15,-2 1-7-15,4 2-10 16,-6 3 11-16,5 1-15 0,-3-2-21 15,2 3 3-15,-2 0-15 16,0-3 0-16,4-4-24 16,-2-2-53-16,1-5-103 15,3-9-114-15</inkml:trace>
  <inkml:trace contextRef="#ctx0" brushRef="#br1" timeOffset="-38857.13">8041 9243 84 0,'0'0'455'16,"0"0"-425"-16,0 0 61 15,0 0 1-15,0 0-58 0,0 0-15 16,0 8 7-16,0-1 8 15,0 4 16-15,0-2-8 16,-4 5-6-16,2 2 0 16,-2 2-12-16,-2 0-16 15,1 2-8-15,3-2-14 16,2-4-51-16,0-6-124 16,0-8-158-16</inkml:trace>
  <inkml:trace contextRef="#ctx0" brushRef="#br1" timeOffset="-38248.39">8310 8977 249 0,'0'0'249'15,"0"0"-207"-15,0 0 74 16,0 0-26-16,0 0-38 16,0 0-4-16,-13-4 6 15,3 13-18-15,2 4-22 16,-5 4 13-16,1 2-1 0,2 1-5 15,-3 3-6 1,7 1-8-16,-2 0 9 0,0 1-10 16,1 0 11-16,5-1-13 15,2-1 7-15,0-2-2 16,0-3 0-16,0-3-8 16,0-3-1-16,6-5-8 15,5 0-6-15,-3-4 12 16,4 0-3-16,1-3 5 15,-1 0-1-15,-1 0-6 16,1-5 6-16,0-7-1 16,-5-3-8-16,3-1 5 0,-8-1 1 15,2-2-4-15,-4 2 6 16,0 2 3-16,0 4-1 16,-10 3 2-16,-1 6 3 15,3 2 5-15,-4 0-8 16,-5 0 2-16,3 12 9 15,-3 1-9-15,5 4-4 16,2-4-1-16,1-4-9 16,5-3-26-16,2-2-17 15,2-4-64-15,0 0-132 16,0 0-57-16</inkml:trace>
  <inkml:trace contextRef="#ctx0" brushRef="#br1" timeOffset="-37333.17">8442 9095 318 0,'0'0'207'15,"0"0"-185"-15,0 0 102 16,0 0-17-16,0 0-63 15,0 0-4-15,-4-28 17 16,4 22-12-16,0-2-16 16,0 1-13-16,4 3-8 15,4-3-1-15,5 1-5 16,3 1 1-16,-3 2-3 16,3 0 1-16,-3 3 3 15,-1 0-4-15,-4 0-1 16,-1 0 1-16,-1 0-4 0,0 6 0 15,-2 1 4 1,-2 0 1-16,-2 1 5 0,0 3 0 16,0-1 0-16,0 3-3 15,0 2-3-15,-12 2-1 16,-1 1-4-16,1 0-4 16,-3-1 9-16,3-3 0 15,2-2 0-15,4-5 0 16,-1-1 2-16,3-4-2 15,2-2 1-15,2 0 1 16,0 0 3-16,0 0-5 16,0 0-8-16,0 0-6 15,0 0-4-15,0 0-26 0,2 0 42 16,11 0-2-16,-3 0 4 16,2 0 0-16,5 1 0 15,-3 2 0-15,-3 0-3 16,3 2-7-16,-8-2-1 15,5 2 1-15,-5 1 2 16,0-2-1-16,-2 0 8 16,-2-1 1-16,-2 3 0 15,0 0 27-15,0 2 0 16,0-2 6-16,0 2-12 16,0-2-5-16,0 3-5 15,-2-4 2-15,-4 3 11 16,0-2 4-16,-2-2-9 15,-1 3-8-15,-3-2 1 0,-1 2-2 16,-3 0 1-16,1-3-5 16,3 1 5-16,-4-2 6 15,3-1-8-15,3-2-2 16,2 0-7-16,1 0-4 16,1 0-11-16,2 0-21 15,-2 0-77-15,6-1-172 16</inkml:trace>
  <inkml:trace contextRef="#ctx0" brushRef="#br1" timeOffset="-21516.15">9982 9159 128 0,'0'0'216'16,"0"0"-145"-16,0 0 45 16,0 0 6-16,0 0-29 15,0 0-6-15,0 0-7 0,0 0-6 16,0-2-9 0,0 2-15-16,0 0-7 0,0 0-20 15,0 0-5-15,0 0-8 16,0 0-10-16,0-5-1 15,0-3 1-15,8-5 0 16,9-6 4-16,2-4-3 16,-1-1-1-16,5 1-6 15,-9-2-12-15,5 1-6 16,0 2 0-16,-3 3 10 16,-8 4-13-16,3 2-1 15,-7 9 1-15,-2 3 11 16,-2 1 13-16,0 0 3 15,0 0 0-15,0 13 0 0,-10 5 2 16,-3 5 4-16,1 4 0 16,-1-1 2-16,-1 5 4 15,-3 1 8-15,3 1-11 16,-1 4 6-16,3 0 3 16,-2-1-5-16,3-4 3 15,-1-6 2-15,6-5-16 16,-1-6 6-16,1-7-8 15,6-1 2-15,0-6-4 16,0-1-14-16,0 0-54 16,0-6-79-16,4-14-113 15,5-5-193-15</inkml:trace>
  <inkml:trace contextRef="#ctx0" brushRef="#br1" timeOffset="-20841.84">10228 9010 267 0,'0'0'185'0,"0"0"-106"15,0 0 68-15,0 0-34 16,0 0-51-16,0 0-6 16,0-2-6-16,0 2-4 15,0 0-7-15,0 0-11 16,0 0-14-16,0 0 0 15,0 0-2-15,0 0-5 16,0 0 0-16,0 0-7 16,0 8 5-16,0 5-3 15,0 4 5-15,-6 7-3 16,0-3 1-16,-3 3-5 0,-1-3 5 16,2 4-4-16,-5-3 0 15,7-1-1-15,-4-2 1 16,-3-4 0-16,3-4-1 15,2 0-1-15,2-2 1 16,-1-5-1-16,7 1 1 16,-4-4 0-16,4 1-1 15,0-2 0-15,0 0-2 16,0 0 2-16,0 0-7 16,0 0 1-16,0 0 2 15,0 0 0-15,11-2 5 16,1-7 3-16,3 0-3 15,-1 0 3-15,5 2-3 0,-5 4 0 16,3-1 2-16,-9 4-2 16,4 0-2-16,-1 0 1 15,-1 0-10-15,-4 0-14 16,-4 4-19-16,2-3-52 16,-4 2-44-16,0 0-105 15,0-3-49-15</inkml:trace>
  <inkml:trace contextRef="#ctx0" brushRef="#br1" timeOffset="-20533.2">10263 9196 390 0,'0'0'206'16,"0"0"-139"-16,0 0 88 16,0 0-74-16,0 0-47 15,0 0 8-15,0 2 2 16,0 4-10-16,-2 3-12 16,-2 2-9-16,-2 5 5 15,0 4 5-15,-1 2-17 16,1 2 1-16,0 3-7 0,2-4-4 15,2 0-35-15,2-3-106 16,0-4-138-16,0-7-252 16</inkml:trace>
  <inkml:trace contextRef="#ctx0" brushRef="#br1" timeOffset="-20182.07">10414 9273 492 0,'0'0'109'16,"0"0"23"-16,0 0-21 15,0 0-82-15,0 0 5 16,0 0 18-16,-16 35-10 16,9-20-11-16,1 3-5 15,-2 1-23-15,2-1-3 0,0 0-11 16,1-3-79-1,3-8-180-15,-2-5-360 0</inkml:trace>
  <inkml:trace contextRef="#ctx0" brushRef="#br1" timeOffset="-17121.04">10505 9207 552 0,'0'0'82'15,"0"0"29"-15,0 0-4 16,0 0-43-16,0 0-38 16,0 0 10-16,0 0 27 15,29-20-17-15,-17 3-11 0,7-1-11 16,2-6-23-16,1-2 6 16,1-5-7-16,2 2-2 15,-4-1-7-15,1 2-15 16,-5 9 2-16,-5 6-7 15,-5 5 11-15,-5 5 10 16,-2 3 0-16,0 0 8 16,0 0 0-16,0 0 0 15,0 11 0-15,-9 6 3 16,-3 9-2-16,-5 4 12 16,5 6-5-16,-7 2 9 15,3 6-7-15,1 0 18 16,-1-6-12-16,3 1 0 15,1-6-6-15,2-4-3 0,4-4-4 16,-1-10-1-16,7-8-4 16,0-2-4-16,0-5-57 15,0 0-116-15,11-22-126 16,3-6-271-16</inkml:trace>
  <inkml:trace contextRef="#ctx0" brushRef="#br1" timeOffset="-16460.27">10786 9014 387 0,'0'0'105'15,"0"0"-77"-15,0 0 73 16,0 0-1-16,0 0-64 0,0 0 3 15,6-17-13 1,-6 17 3-16,0 0 0 0,9 0 0 16,-7 0 0-16,8 0 24 15,3 4-11-15,1 1-7 16,9 1-1-16,-3-6-20 16,7 0-2-16,4-4-5 15,-6-9-5-15,0 2-2 16,-2-1 0-16,-9 7-10 15,-4 1-2-15,-3 2-4 16,-7 2 7-16,0 0 9 16,0 0 1-16,0 0-1 15,0 8 0-15,-7 9 8 0,-9 5-4 16,1 5-2 0,-1 3 8-16,-7 2-4 0,9 4 0 15,-5-1 6-15,3 3-3 16,1-1 12-16,-1-6-13 15,-1 3 7-15,5-8 3 16,3-4 1-16,-1-3-7 16,4-5-3-16,4-9-5 15,-2 0-2-15,4-5-2 16,0 0-8-16,0 0-29 16,0 0-53-16,0-10-67 15,0-11-193-15,0-2-57 16</inkml:trace>
  <inkml:trace contextRef="#ctx0" brushRef="#br1" timeOffset="-16199.81">10803 9218 437 0,'0'0'248'16,"0"0"-233"-16,0 0 142 15,0 0-34-15,0 0-39 16,0 0-19-16,56-38-23 16,-40 38-6-16,1 0 8 15,1 13-10-15,1-2-4 16,-5 3-3-16,9-6-14 0,-6 2-10 16,3-6-3-16,-1-4-21 15,-1 0-45-15,-5 0-148 16,-13-12-592-16</inkml:trace>
  <inkml:trace contextRef="#ctx0" brushRef="#br1" timeOffset="-9397.31">12229 9148 352 0,'0'0'58'0,"0"0"21"15,0 0 40-15,0 0-39 16,0 0-34-16,0 0 12 16,0 0 5-16,0 0-1 15,0-44-13-15,0 39-12 16,0 1-6-16,0 3-12 15,0 1 7-15,0 0-15 16,0 0-4-16,0 0-6 16,0 0 2-16,0 0 0 15,0-3-3-15,0 3 0 16,0 0-1-16,0 0-2 16,0 0-6-16,4 0 9 15,9 6 10-15,1 0 3 0,3-1-9 16,1-1 7-16,1-4-8 15,-1 0 2-15,1 0 0 16,-2 0-3-16,-1 0-2 16,-1 0 0-16,-5 0 1 15,-2-4-2-15,-2 3-3 16,1 0-3-16,-3 1 2 16,-4 0-7-16,0 0 3 15,0 0 5-15,0 0 2 16,0 0-10-16,0 9 12 15,-4 6 7-15,-5 6-6 16,-3 1 3-16,0 2 0 0,-1 3 4 16,1-2-4-1,-5 3 8-15,1-3-1 0,7 1 0 16,-3 0 1-16,0-4-4 16,1-2 2-16,9-2-4 15,-4-3-3-15,0-1-2 16,6-3-1-16,-4-2-4 15,4-5 1-15,0 0-13 16,0-4-35-16,0 0-72 16,0-6-124-16,0-16-71 15</inkml:trace>
  <inkml:trace contextRef="#ctx0" brushRef="#br1" timeOffset="-9006.99">12215 9318 276 0,'0'0'239'15,"0"0"-198"-15,0 0 89 16,0 0-8-16,0 0-77 16,0 0-9-16,2 0-4 0,2 0-11 15,2 0 24-15,0 0-5 16,7 0-15-16,1 0 1 16,7 0-4-16,-3 0-7 15,3 0-7-15,-2 0 4 16,3 4-4-16,-3 0-2 15,0-2-4-15,-3-2-2 16,-1 0-3-16,-3 0-13 16,5 0-36-16,-7 0-8 15,-4 0-195-15,-6 0-134 16</inkml:trace>
  <inkml:trace contextRef="#ctx0" brushRef="#br1" timeOffset="-8618.23">12496 9432 483 0,'0'0'172'0,"0"0"-105"16,0 0 58-16,0 0-63 15,0 0-39-15,0 0 6 16,0 0-3-16,0 0-4 15,0 0-2-15,0 11-19 16,0 3 15-16,0 6 6 16,0 8-10-16,0 0-12 15,-2-2 0-15,-5-4-41 16,7-8-107-16,0-8-185 16</inkml:trace>
  <inkml:trace contextRef="#ctx0" brushRef="#br1" timeOffset="-7019.57">12785 9193 337 0,'0'0'59'16,"0"0"8"-16,0 0 53 16,0 0-22-16,0 0-26 15,0 0-16-15,-29 0-11 16,23 0-6-16,0 0 5 16,0 0-14-16,-1 0-5 15,1 0-3-15,2 0-14 16,-2 8-6-16,0 1-1 0,-1 0 2 15,1-2-1-15,0 1-3 16,4-2 3-16,-2 3-2 16,-2-3 1-16,-1 5-1 15,1 0 0-15,4 2-1 16,-4-1 1-16,0 4 2 16,0-1-1-16,-3-1 2 15,7 5 1-15,-4-3 1 16,6 0 3-16,0 1-5 15,0 0 0-15,0-3-3 16,0 2 6-16,2-6-4 16,8-1 3-16,3-2-5 0,-1-7 0 15,5 0 0-15,-3 0 0 16,3-2 0-16,1-12 2 16,-5-1-2-16,5-1-4 15,-1-2-8-15,-5-1 6 16,1 4-4-16,-1-5 8 15,-6 4-2-15,5 0-1 16,-5 2-9-16,-6 2 8 16,2 1-5-16,-2 2 7 15,0-3 4-15,0 2 4 16,-2-2-4-16,-4-2-3 16,-11-3 3-16,5 3 0 15,1-1 3-15,3 5-6 0,2 1 7 16,-4 6-2-16,3 3-1 15,-1 0-1-15,-2 1-4 16,4 14-29-16,-7 1-28 16,3 0-88-16,-3-3-190 15</inkml:trace>
  <inkml:trace contextRef="#ctx0" brushRef="#br1" timeOffset="-4396.12">12973 9271 496 0,'0'0'53'0,"0"0"18"16,0 0 43-16,0 0-61 15,0 0-15-15,0 0 9 16,31-74-2-16,-20 66-12 16,-3 0-16-16,-2 3-10 15,4 1-3-15,-3 2-3 16,1 2-1-16,2 0-7 16,-2 0 3-16,3 0-6 15,-3 6 10-15,-2 5-1 16,3 0 1-16,-7 4 6 15,-2-2-3-15,0 4 1 16,0-2-2-16,0 1 1 16,-7 2 5-16,-3-2-7 15,-2 0 1-15,-1-1-4 16,-1-3 2-16,-3 0-6 0,-1-2-16 16,1 1-14-16,-1-3 16 15,-1 1 3-15,4 1 11 16,3-1-2-16,-4 2 3 15,9-3 3-15,-3-2 1 16,4 3 0-16,6-3 0 16,0 0-2-16,0 0 3 15,0-1 6-15,12 0 3 16,-1 1 18-16,7-6 6 16,5 0-6-16,-2 0 5 0,7 0-7 15,-5 0-18-15,-2-6-2 16,2 1-5-16,-9 2 0 15,3 0-1-15,-5-1-33 16,-2 4-29-16,-3 0-46 16,-1-1-42-16,-6 1-95 15</inkml:trace>
  <inkml:trace contextRef="#ctx0" brushRef="#br1" timeOffset="-4018.59">12992 9271 529 0,'0'0'15'0,"0"0"58"16,0 0 19-16,0 0-23 15,0 0-4-15,0 0 5 16,12 29-6-16,-1-16-12 16,1 1-8-16,0 3-2 15,-3-1-2-15,7 0-8 0,-1 0-8 16,-3 0-14-16,5-4-5 15,-5 0-5-15,0-3-4 16,5-6-38-16,-5-2-59 16,-5-1-180-16,-7 0-431 15</inkml:trace>
  <inkml:trace contextRef="#ctx0" brushRef="#br1" timeOffset="5706.25">14592 7560 38 0,'0'0'389'0,"0"0"-333"0,0 0 34 16,0 0-35 0,0 0-24-16,0 0-8 0,0 0 5 15,0 0 4-15,0 33-10 16,0-22 12-16,0 1-20 16,0 0-1-16,0-1 2 15,0 2 0-15,-4 0-4 16,4-1-2-16,0 2 4 15,0-2-9-15,0-1-2 16,0 4 0-16,0-6-1 16,0 4 0-16,-2 3 0 15,-3-3-1-15,5 3 1 0,-4 1 2 16,4 1 1-16,-2 2 0 16,-2 1 0-16,4 0 0 15,-2 1 4-15,-2 2-4 16,2 1 5-16,-2 2 0 15,-2 0 3-15,3-1-5 16,-3 0-2-16,2-2 0 16,2-3-5-16,2-1 0 15,0-5 0-15,0 2 2 16,0-3-2-16,0 3 0 16,0 1 2-16,0-1 0 15,0 2-2-15,-4 1 0 16,4-1 0-16,-2 4 2 0,-2-3-2 15,4 1 1 1,-6 0-1-16,6-2 3 0,0-2 0 16,0-3-3-16,0 4 0 15,0-1 1-15,0 0-1 16,0-3 0-16,-3 3 0 16,-1-2 0-16,2 3-2 15,-2-2 2-15,2-1 0 16,-2 2-2-16,2 2-3 15,-4 1 1-15,-3 0 4 16,3 0 0-16,4-4 1 16,-8 2-1-16,4 0 0 15,-1 0 0-15,1-3 1 16,4-3-1-16,-4-3 0 0,2 4 0 16,2 1 0-16,-5 2 0 15,3-2 0-15,2 4 0 16,-4 3 0-16,0 2 0 15,2 2 0-15,-5 1 1 16,5-2-1-16,-2-4 0 16,0-4 3-16,2 0 2 15,2-6-4-15,2 1-1 16,0-3-1-16,0 7 0 16,0-2 1-16,-4 6 2 15,4-1-2-15,-2 0 0 16,-3 2 0-16,-1 0 2 15,6-2 15-15,-2 0 4 0,2-3-15 16,0 3-4 0,-4-2 0-16,2-4 1 0,2-1 6 15,0-4-9-15,0 1 0 16,0-2-2-16,0 5 2 16,0-2 3-16,0 1-2 15,0 3-1-15,-4 2 3 16,4 3 9-16,-2 0 0 15,-4 4-6-15,1 1-2 16,-1-4-1-16,4-2 7 16,-2-6 8-16,2-3-16 15,-2-2 1-15,4-2-1 0,0-2-2 16,-2 1 0-16,2 0-1 16,0-1 1-16,0-1-1 15,0-1 1-15,0 0 0 16,0 0-21-16,0 0-15 15,-4 0-52-15,2-5-144 16,-7-9-152-16</inkml:trace>
  <inkml:trace contextRef="#ctx0" brushRef="#br1" timeOffset="6246.76">14193 9334 588 0,'0'0'23'0,"0"0"82"16,0 0-2-16,0 0-70 15,0 0 28-15,0 0-8 16,0 0-12-16,0 0-6 0,2 10 6 16,4 4-11-16,4 6-13 15,-3 3-1-15,5 5-6 16,-2 2-5-16,-1 2-1 15,-3-1 1-15,4 3 3 16,-4-1-1-16,1-6-4 16,1-5 2-16,-4-5-4 15,4-6 0-15,-4-1-1 16,1-3-1-16,-3-4 1 16,4-3-14-16,-2 0 1 15,4 0 13-15,3-6 1 16,1-9 5-16,-4-3-3 15,11-4-2-15,-3-4 2 0,1-4-3 16,4 0-1-16,-5 3-19 16,3 3-46-16,-7 8-65 15,-6 11-90-15,-4 5-101 16</inkml:trace>
  <inkml:trace contextRef="#ctx0" brushRef="#br1" timeOffset="7222.95">14455 7475 582 0,'0'0'41'16,"0"0"90"-16,0 0-37 15,0 0-56-15,0 0 23 0,0 0 18 16,25 0-23-16,-4 0 0 16,4-11-11-16,2-5-11 15,6-7-12-15,0-3-7 16,-2-5-7-16,4-1-8 16,-4 0 2-16,-8 6-5 15,-3 3 2-15,-5 8-8 16,-9 6 3-16,-4 6 3 15,2 2 3-15,-4 1 2 16,0 0-1-16,0 0-1 16,0 2 6-16,0 11-6 15,0 1 0-15,-6 11 4 0,2 0 1 16,-2 6 1 0,4 4 5-16,2 1-1 0,-9 3 7 15,9 2 0-15,0 2-2 16,0 1-9-16,0-5-4 15,0-3-2-15,0-9-8 16,0-3-41-16,0-6-85 16,9-3-222-16</inkml:trace>
  <inkml:trace contextRef="#ctx0" brushRef="#br1" timeOffset="7927.46">14708 8384 379 0,'0'0'291'16,"0"0"-249"-16,0 0 99 15,0 0-67-15,0 0-54 16,0 0 25-16,18 3 23 16,-10-2-29-16,3 0 8 15,3 2-21-15,3-2-5 16,-1-1 12-16,5 0-14 15,2 0 0-15,-1 0-10 16,-1 0-2-16,2 0 3 16,-5 0-4-16,1 0-6 15,-7 0 0-15,-1 2 0 16,-5 0-3-16,-4 0-2 16,-2-2-13-16,0 0-10 0,0 0-33 15,0 0-47-15,0 0-60 16,-8 0-259-16</inkml:trace>
  <inkml:trace contextRef="#ctx0" brushRef="#br1" timeOffset="8735.79">14691 8447 337 0,'0'0'266'15,"0"0"-242"-15,0 0 125 16,0 0-75-16,0 0-47 15,0 0 17-15,4 0 19 16,2 0-15-16,1 0 2 16,-1 2-6-16,2 2-13 15,4 2-11-15,-1 3-5 0,3-1 1 16,1 2-3-16,-3-2-3 16,3-4-5-16,-3 1-4 15,5-2 2-15,-5 1-3 16,7 0 1-16,-1 3-1 15,-1-3 1-15,-3 2-1 16,-1 2-1-16,-3-1-1 16,-2-2-1-16,-4 0 2 15,-4 3-6-15,0-1 7 16,0 4 9-16,0 0-6 16,-10-1-1-16,-5 2 2 15,-1-1-4-15,-3 2-1 16,-5-3 0-16,1 5-3 15,2-3 1-15,3 3 2 0,-5-3-7 16,6 2 6-16,-1 0-2 16,3 2 1-16,3-3-1 15,-1 0 0-15,1 1 4 16,0 0 0-16,-3 0 0 16,3 0 0-16,3-2 2 15,5-3-1-15,-2-3 4 16,6-3 0-16,0-2-2 15,0-1-3-15,0 2-6 16,0-1-1-16,4 2 7 16,9-1 8-16,1-2 4 15,3 0-10-15,12 0 12 0,-5-2-4 16,12-12 0-16,-5 1 6 16,2-2-12-16,2 5-3 15,-4 1-1-15,-6 5 1 16,-1 4-2-16,-3 0 1 15,-7 0-2-15,-3 13 0 16,-3 5-7-16,-8 2-3 16,4 6-22-16,-4-1-111 15,-6 3-379-15</inkml:trace>
  <inkml:trace contextRef="#ctx0" brushRef="#br2" timeOffset="21174.72">1166 9958 396 0,'0'0'89'15,"0"0"27"-15,0 0 0 0,0 0-36 16,0 0-22 0,0 0 4-16,0-19 2 0,0 19-2 15,0 0-4-15,0 0-10 16,0 0-9-16,0 0-14 15,0 0-10-15,0 0-8 16,0 0-3-16,0 4-3 16,0 9 3-16,0-2 5 15,0 7 2-15,0 2-4 16,-2-1 0-16,-2 5 0 16,2 1-1-16,-3 3 3 15,3 0-3-15,-2 1-1 16,-2 0 1-16,4 0-4 15,-4 1 5-15,2 0-1 16,-3 0-4-16,1-1 0 0,0 0 0 16,2-1-1-1,-2-4-1-15,0-4-1 0,3-7 1 16,-3-2 0-16,6-9-4 16,0-2-9-16,0 0-19 15,0-7-50-15,0-15-97 16,0-13-379-16</inkml:trace>
  <inkml:trace contextRef="#ctx0" brushRef="#br2" timeOffset="22095.89">1182 9938 513 0,'0'0'142'15,"0"0"-19"-15,0 0 5 0,0 0-65 16,0 0-28-16,0 0 4 16,0 0-14-16,0 3-3 15,0 5 8-15,0 3 5 16,0-1-3-16,0 1-15 16,0 2-2-16,2 2-2 15,3 0-3-15,-3 4 11 16,4 3-4-16,-2 1-1 15,0 0-7-15,-2-2 6 16,4-3-8-16,1-5-3 16,-1-2-2-16,4-4-2 15,-2-2 1-15,-1-4-2 0,5-1-3 16,0 0 4 0,5-7 0-16,-1-10 3 0,-1 0-3 15,1-3 4-15,-1-2-4 16,-3 0-2-16,5-4 1 15,-1-4-3-15,-3 1-10 16,1 1 9-16,-3 2-11 16,1 5 7-16,-4 6 4 15,-4 1-3-15,-1 8 4 16,1-1 4-16,-4 4 0 16,0 2 1-16,0 1 2 15,0 0-2-15,0 0 3 16,0 0-4-16,0 0 1 15,0 0 13-15,0 0-10 16,0 0 5-16,0 4 4 0,0 6-11 16,-7 0 0-16,3 5-1 15,-4 2 5-15,8 2 1 16,-6 5-3-16,0 1 3 16,-1 4 0-16,1 2-6 15,0-1 0-15,0 1 2 16,2 4-3-16,2-2 1 15,-2 0 3-15,1 1-2 16,-3-1 1-16,2 2-1 16,2-3 0-16,-2-2-1 0,4-7 5 15,0-4-6 1,0-5-2-16,-4-2 1 0,4-4 1 16,0 4 0-16,-2-1 0 15,2 1 0-15,-4 4 3 16,4-5-5-16,-7-1 4 15,7-2-4-15,0-5-8 16,0-3-25-16,0 0-52 16,-2-7-153-16</inkml:trace>
  <inkml:trace contextRef="#ctx0" brushRef="#br2" timeOffset="25388.46">1749 10047 304 0,'0'0'383'0,"0"0"-292"16,0 0 43-16,0 0-28 0,0 0-69 15,0 0-11 1,0 0-2-16,-6 0 13 0,6 0-11 16,0 0-5-16,0 0 2 15,0-4-10-15,0-1 0 16,0-3-5-16,4-1-8 16,2 2 7-16,0-4-7 15,0 0 0-15,-2 0-2 16,-1-1 3-16,1 0-2 15,-2-4-2-15,2 3 1 16,-4 0 2-16,0 0-8 16,0 1 1-16,0 1 1 15,0 2 0-15,0 5 4 16,0-3 1-16,0 5 0 0,-4-1 1 16,4 0-2-16,0 3 1 15,0-2-3-15,0 2-9 16,0 0 4-16,0 0-7 15,0 0-8-15,0 0-2 16,0 0 19-16,4-1 1 16,4-2 6-16,5 1-2 15,-3 1 2-15,-2 1 0 16,5 0-2-16,-3 0 0 16,0 0-2-16,-4 4 4 15,-4 5-1-15,3 2 2 16,-3-2 4-16,2 4-2 15,-4-3-2-15,0 0 7 0,0 3-7 16,0-2-1-16,-4 0 2 16,-3 2 3-16,5-3-5 15,-4 2 0-15,0-2 0 16,2-1 0-16,-2 3 0 16,2-3 0-16,4 3-1 15,-3 0 1-15,3 0-4 16,0 0 4-16,0 1 3 15,0-4 2-15,0 0 2 16,9-2-1-16,-1-1 2 16,4-3 0-16,1-2-6 15,1-1-2-15,5 0-22 0,6 0-61 16,2 0-221-16,-9 0-289 16</inkml:trace>
  <inkml:trace contextRef="#ctx0" brushRef="#br2" timeOffset="27637.1">2634 10073 85 0,'0'0'285'0,"0"0"-200"15,0 0 26-15,0 0-2 16,0 0-26-16,0 0-5 15,-21-34-4-15,17 33 6 16,2-3-10-16,2 3-18 16,0-2-17-16,0-3-15 15,0 0-15-15,0-1-4 16,0-4-1-16,8 4-2 0,2 0 2 16,3 2 1-16,-5 5 0 15,2 0-1-15,-1 0-1 16,1 0-1-16,0 8-2 15,-8 5 4-15,4 2 2 16,-1 2-1-16,-5 1-1 16,0 1-1-16,0 2-1 15,0-2-4-15,-11-2 0 16,-1-1 5-16,-1 0-4 16,1-1-9-16,-4 0-1 15,3-1 2-15,1-4 2 16,-1 1-6-16,1-1 6 15,2-2 3-15,3-3 1 16,1 0 7-16,4-2 1 0,2-1-1 16,0-1 0-16,0-1-1 15,0 2-9-15,0-1 0 16,0 1 9-16,15 0 1 16,-1 1 1-16,1-1 12 15,1-1 7-15,-1 1-7 16,3-2 5-16,-1 2-7 15,1-1-2-15,-1 2-8 16,-9-1 1-16,2 2-2 16,-1-2 0-16,-3 0-5 15,0 1-9-15,-6 2-25 0,4 1-73 16,-4 0-99 0,0-3-106-16</inkml:trace>
  <inkml:trace contextRef="#ctx0" brushRef="#br2" timeOffset="28201.43">2888 10014 538 0,'0'0'83'0,"0"0"36"15,0 0-41-15,0 0-24 16,0 0 9-16,0 0-15 15,41 1 0-15,-28 2-7 16,3-1 1-16,3-2 16 16,-1 0-35-16,1 0-6 15,-1 0-14-15,-1 0-1 16,-5 0-2-16,-3 0-7 0,-3-2-1 16,-2 2-24-16,-4 0 18 15,0 0 7-15,0 0 0 16,0 5 2-16,-6 9 5 15,-5 1 0-15,-3 6 0 16,0 3 0-16,-1 5 0 16,-4 3 3-16,3 0-1 15,-3 4 5-15,3-3 16 16,3-4-4-16,5-3-2 16,-2-5-8-16,8-6-6 15,-4-4-2-15,6-10-2 16,0-1-28-16,0 0-36 15,0 0-76-15,0-18-82 0,0-4-143 16</inkml:trace>
  <inkml:trace contextRef="#ctx0" brushRef="#br2" timeOffset="28427.28">2863 10196 109 0,'0'0'444'16,"0"0"-400"-16,0 0 132 16,0 0-53-16,0 0-35 15,0 0-12-15,72 15-17 0,-43-13-23 16,-4-2-8 0,0 0-19-16,0 0-9 0,4 0-25 15,-9 0-94-15,-1 0-204 16,-7-2-402-16</inkml:trace>
  <inkml:trace contextRef="#ctx0" brushRef="#br2" timeOffset="29055.68">3179 10050 488 0,'0'0'120'15,"0"0"-7"-15,0 0 2 16,0 0-77-16,0 0-20 15,0 0 3-15,25-36-7 16,-13 28-2-16,3 2-4 16,-3 2-2-16,1 2 4 0,-1 2-1 15,-4 0-7 1,3 0-2-16,-5 9 5 0,0 2 5 16,-4 1 7-16,-2 4-2 15,0 2-3-15,0-3-4 16,0 4-3-16,0-3-3 15,-6-2 2-15,-6 1-4 16,3 2-9-16,-3-2-6 16,-5 1-17-16,3 0 5 15,-1-2-7-15,1 1 15 16,2-4 11-16,1-3 0 16,5 0 2-16,4-3 0 15,-2-1 0-15,2-1 4 16,-2 3-1-16,2-1 3 15,2 1 1-15,0-1-1 0,0 3 2 16,0 2 11-16,0-4 3 16,0 4 11-16,6-3-2 15,0-2-8-15,2 2 10 16,5-3-23-16,3-1 0 16,-3 0-1-16,3-3-3 15,-1 0-29-15,1 0-50 16,-1 0-36-16,-3-7-180 15</inkml:trace>
  <inkml:trace contextRef="#ctx0" brushRef="#br2" timeOffset="29447.37">3208 10039 403 0,'0'0'183'15,"0"0"-97"-15,0 0 36 0,0 0-87 16,0 0 2-16,0 0 14 16,15 37-8-16,-5-25-12 15,2 7 13-15,-1 2-6 16,1 1-14-16,-4 3-12 16,5-1-5-16,-3 2-1 15,-2-5-6-15,5-2-19 16,-3-2-31-16,-4-4-96 15,1-4-122-15,3-5-245 16</inkml:trace>
  <inkml:trace contextRef="#ctx0" brushRef="#br2" timeOffset="29839.08">3421 10285 638 0,'0'0'123'0,"0"0"-65"15,0 0 42-15,0 0-77 16,0 0-22-16,0 0 29 16,10 19 14-16,-10-10-2 15,7 5-7-15,-7 0-18 16,2 6-11-16,-2 0-5 15,0 1-2-15,0 2-37 16,0-5-112-16,0-6-240 16</inkml:trace>
  <inkml:trace contextRef="#ctx0" brushRef="#br2" timeOffset="31913.98">3677 10026 406 0,'0'0'187'0,"0"0"-72"15,0 0 17-15,0 0-32 16,0 0-31-16,0 0-17 0,0-28-17 15,0 28-11 1,0 0-2-16,0-1-6 0,0 1 2 16,0 0-3-16,0 0 0 15,0 0-13-15,0 6 0 16,0 6 0-16,0 7 8 16,0 4 3-16,0 3-4 15,0 2-5-15,0 0 1 16,-2 1-4-16,-8-2 0 15,4-2-1-15,0-4 0 16,-1-3-4-16,1-6-5 16,0-1 4-16,6-5-4 0,-2-4-2 15,2 1 1 1,0-3-1-16,0 0-5 0,0 0-8 16,0 0 3-16,0 0 2 15,0 0 17-15,6 0 2 16,2 0 0-16,9-4 9 15,-3-3-1-15,3 2-1 16,2-3-3-16,-1 4-4 16,-5 1 2-16,5 2-2 15,-5 1-1-15,-3 0 0 16,-4 0-27-16,-2 0-41 16,-4 1-33-16,0 6-40 15,0 0-87-15,0-4-85 16</inkml:trace>
  <inkml:trace contextRef="#ctx0" brushRef="#br2" timeOffset="32304.21">3789 10135 350 0,'0'0'253'0,"0"0"-127"0,0 0-1 15,0 0-51-15,0 0-31 16,0 0 2-16,-4 6-18 15,4 1-11-15,-4 5 0 16,4 2 18-16,-2 4-5 16,-2 3 2-16,4 6-6 15,-3-1 7-15,-3 4-13 16,2 1-4-16,2-5-8 16,-4-3-6-16,6-7-1 15,0-4-20-15,0-4-42 16,0-6-102-16,0-2-317 15</inkml:trace>
  <inkml:trace contextRef="#ctx0" brushRef="#br2" timeOffset="36168.68">4732 10199 99 0,'0'0'315'0,"0"0"-184"16,0 0 24-16,0 0-39 15,0 0-39-15,0 0-11 0,0 0-7 16,-2-12-12-16,2 12-8 16,0 0 2-16,0 0-12 15,0 0-10-15,0 0-2 16,0 0-16-16,0 0 0 15,2 0 0-15,8 0 3 16,-2 0-1-16,9 0 3 16,-3 0-2-16,3 0 0 15,1 0 5-15,-1 0-1 16,2 0-2-16,-5 0-2 16,3 0 0-16,-5 0-3 15,0 0 1-15,1-1-1 16,-3-1-1-16,-4 2 1 0,0 0-1 15,-3-3 2 1,1 3-2-16,-4 0 0 0,0 0 0 16,0 0 0-16,0 0 1 15,0 0 1-15,0 0-2 16,0 0 2-16,0 0-5 16,0 0-2-16,0 0-34 15,0 8-72-15,0 2-206 16</inkml:trace>
  <inkml:trace contextRef="#ctx0" brushRef="#br2" timeOffset="39084.58">5203 10115 95 0,'0'0'241'0,"0"0"-193"16,0 0 17-16,0 0 27 15,0 0-26-15,0 0 12 16,0 0-14-16,-6-16-11 16,6 13-3-16,0 1-13 15,0-2-7-15,0 1-3 16,0-2-13-16,0-4-3 16,0 1-10-16,6-1-1 15,2-2 0-15,5 5 0 16,-3 0 0-16,2 3-6 0,-3 2-7 15,1 1 2-15,2 0 6 16,-1 0-5-16,-5 0 7 16,-4 0-1-16,4 2 3 15,-2 8 2-15,-4 1 3 16,0 3 3-16,0 3-6 16,0-3 5-16,-10 4-6 15,2 0 1-15,-5 1 0 16,1-3 0-16,-3 3-1 15,3-2 4-15,0-2-4 16,-1-2 0-16,5-1 3 16,-2 0-3-16,1-3 0 15,-1 0 1-15,4-3-1 0,0 0 2 16,-1-3-2 0,3 1 0-16,-2 1 0 0,6 1 1 15,-2-2-1-15,2 1-3 16,-4-4 3-16,4 2-1 15,0-1-1-15,0 1 1 16,0 0-4-16,0-1 3 16,4 0 2-16,4 0 10 15,9 1 1-15,-1-2 3 16,-1 2-8-16,3-3 4 16,1 5-6-16,4 1-4 15,-5 0 2-15,1 0-1 16,-3-1-1-16,-1-1-18 0,-5-2-41 15,-1 0-47-15,-1 0-89 16,-8-2-34-16</inkml:trace>
  <inkml:trace contextRef="#ctx0" brushRef="#br2" timeOffset="39534.94">5217 10097 332 0,'0'0'156'0,"0"0"-135"16,0 0 88-16,0 0-47 15,0 0-25-15,0 0 22 16,5 13-24-16,-3-9-9 16,-2 5 0-16,4 1 11 15,2 3-5-15,-4 2-4 16,8 4 7-16,-1 2 2 0,-1 3-11 15,0-1-2-15,5 3-15 16,-3-2 3-16,2 0 2 16,1-3-9-16,-5-2 1 15,4-2-4-15,-5-5-2 16,3-2-4-16,0-4-39 16,-4-2-89-16,1-4-113 15,-5 0-127-15</inkml:trace>
  <inkml:trace contextRef="#ctx0" brushRef="#br2" timeOffset="40426.11">5532 10050 406 0,'0'0'21'0,"0"0"63"15,0 0 27-15,0 0-61 16,0 0-15-16,0 0-12 15,-29-9-8-15,27 18 5 16,-3 1 4-16,-1 1 11 16,4 2-2-16,-2 2 1 15,4 2-3-15,-2 3-5 16,2 2-5-16,0-5 3 0,0-2-10 16,0-2-14-16,2-8 0 15,8-2-14-15,3-3-23 16,5 0-11-16,-1-12 22 15,4-7-16-15,-5-3-42 16,3-1-1-16,-7 2 11 16,1 3-5-16,-11 5 33 15,2 1 27-15,-4 6 19 16,0 3 8-16,0 3 30 16,0 0 16-16,-6 0-24 15,1 0-10-15,-1 4 2 16,0 5-10-16,0 2 28 0,6-3-9 15,-2 3-14-15,2-2-10 16,0 6-5-16,0-2 9 16,0 3 2-16,0-1 2 15,0 1-10-15,0 0-2 16,0 4 2-16,0-2 4 16,2 1-2-16,-2 1-1 15,0-6 6-15,0 0-1 16,0-3 14-16,0-3 1 15,-6 1 8-15,-3-6-4 16,-1 2 5-16,2-1 1 16,-5-2-8-16,-3 1-4 15,3-2-5-15,1-1-8 0,2 0-9 16,3 0 0-16,1 0-2 16,4 0-1-16,2 0-37 15,0 0-59-15,0 2-146 16,0-2-128-16</inkml:trace>
  <inkml:trace contextRef="#ctx0" brushRef="#br2" timeOffset="40734.96">5703 10319 453 0,'0'0'92'16,"0"0"19"-16,0 0-36 15,0 0-30-15,0 0 5 16,0 0-5-16,11 61-15 15,-11-46-11-15,0 2-8 16,0-4-9-16,0-2-2 16,0-7-59-16,0-4-159 15,6 0-137-15</inkml:trace>
  <inkml:trace contextRef="#ctx0" brushRef="#br2" timeOffset="41334.61">5846 10071 390 0,'0'0'25'0,"0"0"30"15,0 0 4-15,0 0-29 16,0 0 10-16,0 0-8 16,56-40-7-16,-46 35 9 15,-4 5-16-15,2 0-10 16,-3 0 6-16,1 0-5 16,-4 0-7-16,2 4 9 15,-2 7 8-15,2 2 10 16,-4 2 2-16,0 2-9 15,0 1 6-15,-4-2-13 16,-4 3-6-16,-9 0-1 16,5-2-5-16,-5 1-3 15,3 0 0-15,-3-4-3 0,5-2 1 16,-1-3 0-16,5-1-2 16,2-1 0-16,0-3 3 15,2 0 0-15,4 1 0 16,0-2 0-16,0 2-7 15,0-1 5-15,0-1 3 16,0 3 10-16,0-2 4 16,0 3-3-16,10-3 11 15,-2 0-12-15,3 1 5 16,1 3 4-16,-4 3-5 16,5-5-12-16,-1 3-1 15,0-1 1-15,-1-3-2 0,-1-2-2 16,-4-3-42-1,1 0-44-15,1 0-30 0,-2-10-78 16,0-3-150-16</inkml:trace>
  <inkml:trace contextRef="#ctx0" brushRef="#br2" timeOffset="41745.97">5840 10066 459 0,'0'0'157'0,"0"0"-16"16,0 0-78-16,0 0-58 16,0 0-5-16,0 0 38 15,18 22-11-15,-12-11 9 16,3 1-2-16,1 1-22 16,2 2 14-16,1 2-4 15,-1 0-2-15,-1 0-8 16,-3 1-7-16,-2 1 0 0,0 0 1 15,-2-3-6-15,-2 4-1 16,-2-3-4-16,0 0-19 16,0-2-21-16,5-5-49 15,-5-5-98-15,0-3-117 16</inkml:trace>
  <inkml:trace contextRef="#ctx0" brushRef="#br2" timeOffset="42757.84">6181 10033 435 0,'0'0'113'0,"0"0"29"15,0 0-75-15,0 0-23 16,0 0-18-16,0 0-5 15,-13-10 8-15,9 10 0 16,2 0-8-16,-4 0-13 16,2 10-5-16,2 5 0 0,-5 5 5 15,1 2 4 1,2 2 6-16,2-2 12 0,2-2-18 16,0-3 1-16,0-3-7 15,0-6-6-15,2 0-10 16,11-6-12-16,-3-2-14 15,4 0-1-15,1-6 12 16,3-9 4-16,-3-6 21 16,4 0-39-16,-3-1 10 15,-4 1-20-15,-3 0 2 16,-5 5 16-16,-4 2 16 16,0 5 7-16,0 7 8 15,0-1 19-15,-4 3 22 16,-2 0-18-16,-1 0-14 0,1 3-5 15,6 2 5-15,-2 3 7 16,2 1-5-16,0 0-9 16,0 1-1-16,0 0 1 15,0 3 0-15,0 0-2 16,0-1 0-16,0 1 4 16,0 2 1-16,2 0-3 15,-2 3 5-15,4-1 1 16,-2-1-2-16,2 1 5 15,-4 2 7-15,7-4-6 16,-7 2 2-16,2 1-4 16,-2-5 1-16,0 3 0 15,0-3 5-15,0-3 7 16,0-2 3-16,0-3 2 0,0 0-2 16,-2-1-1-16,-5-1 3 15,-3 2 0 1,2-5 9-16,-5 3-5 0,3-2-6 15,-2 1-4-15,5-2-11 16,-1 0-5-16,-2 0-6 16,4 0-1-16,-1 0-4 15,1 0-27-15,0 0-61 16,-4 0-173-16,-3 0-352 16</inkml:trace>
  <inkml:trace contextRef="#ctx0" brushRef="#br2" timeOffset="52193.95">7175 10240 426 0,'0'0'41'16,"0"0"6"-16,0 0 80 16,0 0-53-16,0 0-21 0,0 0-1 15,0 0 1-15,0 0-16 16,12 0 9-16,-10-3 3 16,9-2-15-16,-1-7-9 15,-2-4-16-15,9-4-2 16,-3-5-5-16,5-2-2 15,-2-3-9-15,1 3-7 16,-1 3-10-16,-5 3-10 16,0 5 7-16,-5 5 1 15,-5 5 10-15,2 3-2 16,-2 3 6-16,-2 0 8 16,0 0 6-16,0 0 1 0,0 3 0 15,0 9 9 1,0 2-5-16,0 4 4 0,-6 3 5 15,-3 3-1-15,3 3-1 16,-4 2 5-16,2 4 5 16,-5 3-8-16,7 1-5 15,0-3 6-15,-4-3-2 16,3-6-4-16,1-1-3 16,2-6-5-16,2-6 1 15,-2-3-4-15,4-4-1 16,0-5-35-16,0 0-97 15,6-4-133-15,6-17-32 0</inkml:trace>
  <inkml:trace contextRef="#ctx0" brushRef="#br2" timeOffset="52749.43">7485 10132 450 0,'0'0'36'0,"0"0"52"0,0 0 49 16,0 0-57-1,0 0-33-15,0 0 9 0,-2-21-8 16,-2 21-18-16,2 0-12 15,-6 0-6-15,1 4-9 16,-1 10 9-16,2 3-7 16,0 0 6-16,-1 4 8 15,-3 4-12-15,8 0 6 16,-2 0-2-16,2-2 4 16,2-2 10-16,0-3-13 15,0-4-1-15,8-1-10 16,9-3-1-16,1-6-1 15,5-2 1-15,-2-2-1 16,-3 0-6-16,5-5 4 0,-9-8 1 16,1 0 2-16,-7-6-3 15,-2 1 3-15,-1-2 0 16,-5-3 3-16,0-3-2 16,0 2 0-16,-7-2 0 15,-5 5-1-15,2 4-2 16,-3 6 2-16,1 4 2 15,-5 7 0-15,9 0-2 16,-2 5 0-16,1 11-4 16,-3 5-12-16,8 0-22 15,4-4-83-15,0-5-131 16,0-9-134-16</inkml:trace>
  <inkml:trace contextRef="#ctx0" brushRef="#br2" timeOffset="53298.14">7799 10043 377 0,'0'0'119'0,"0"0"-25"15,0 0 37-15,0 0-47 16,0 0-55-16,0 0 2 16,0-2 7-16,0 2 4 15,0 0-9-15,0 0-13 16,0 0-5-16,0 7 0 15,0 5 2-15,0 4-3 16,-6 2-4-16,0 4-4 16,-4 1 0-16,1 2-4 15,-1 3 2-15,-2-4-4 16,1-3 0-16,-1 0 2 0,3-5-2 16,3-2 0-1,2-6-1-15,2-1 1 0,2-4-4 16,0-1-12-16,0 0 1 15,0-1-6-15,2-1 3 16,8 0 16-16,3 0 2 16,-1 0 1-16,5 0 4 15,-3 0-4-15,3 0 0 16,-3-5-1-16,5 0 0 16,-7 0-25-16,3 2-61 15,-3 0-21-15,-6 1-93 16,-4 2-50-16</inkml:trace>
  <inkml:trace contextRef="#ctx0" brushRef="#br2" timeOffset="53569.8">7880 10227 410 0,'0'0'145'16,"0"0"-30"-16,0 0 17 16,0 0-69-16,0 0-29 15,0 0 6-15,-13 32 11 0,7-17-1 16,4 4-15 0,-8 4-5-16,4-1-6 0,-1 2-16 15,7-6-8-15,-4-3 0 16,4-1-48-16,0-8-108 15,0-4-163-15</inkml:trace>
  <inkml:trace contextRef="#ctx0" brushRef="#br2" timeOffset="53868.56">8041 10295 454 0,'0'0'152'16,"0"0"-85"-16,0 0 65 15,0 0-81-15,0 0-21 16,0 0 9-16,-10 64-10 15,6-45 4-15,-3-2-18 16,7 0-5-16,-2-6-10 16,2 0-2-16,0-6-63 15,0-5-128-15,7 0-164 16</inkml:trace>
  <inkml:trace contextRef="#ctx0" brushRef="#br2" timeOffset="54376.33">8206 10114 494 0,'0'0'24'0,"0"0"24"15,0 0 81-15,0 0-38 16,0 0-46-16,0 0-2 0,-18 1 1 16,12 16-17-16,-1 1 17 15,1 3-5-15,0 4-15 16,0 2-1-16,0 3-1 16,-1-1 16-16,7-4-9 15,0-3-6-15,0-7-17 16,0-1-4-16,3-5-2 15,9-4-4-15,4 1 3 16,3-6-3-16,-4 0 2 16,7 0-2-16,1 0-7 15,-4-14 11-15,-5-2 2 0,-2-5 2 16,3-3-4 0,-9-5-1-16,0-1 1 0,-6-1 0 15,0 2 0 1,0 4-2-16,0 5 0 0,-12 10 2 15,-3 4 3-15,3 6 5 16,0 0-6-16,-3 5-2 16,-1 6-6-16,3 6-32 15,1-4-27-15,10 2-106 16,-6-3-165-16</inkml:trace>
  <inkml:trace contextRef="#ctx0" brushRef="#br2" timeOffset="55023.94">8572 10076 603 0,'0'0'12'16,"0"0"126"-16,0 0-11 15,0 0-59-15,0 0-7 16,0 0-18-16,-33-7-22 16,23 9-15-16,2 11-5 15,-3-1 4-15,3 5-2 16,-2-1 0-16,-1 7 2 16,5-1-2-16,-2 5 1 15,4-2-3-15,2 2 8 16,-2 0-3-16,4-4-3 15,0-2 2-15,0-6-4 16,4-1-1-16,2-5 0 0,2-1-1 16,5-2-1-16,3-3-1 15,1-2 3-15,-3-1-1 16,3 0 3-16,-5 0-2 16,3-10 3-16,-5-2-3 15,0-3-5-15,-8-1 0 16,-2 0 4-16,0 1 1 15,0 1 4-15,-2 1-1 16,-8 5 2-16,-7 0-1 16,5 3 5-16,-7 5-1 15,1 0-8-15,-3 11-3 16,0 6-12-16,3 0-54 16,-3 1-152-16,3-5-245 0</inkml:trace>
  <inkml:trace contextRef="#ctx0" brushRef="#br2" timeOffset="64083.34">9633 10208 503 0,'0'0'82'0,"0"0"3"15,0 0 47-15,0 0-61 16,0 0-34-16,0 0-4 16,0 0-6-16,0-4-3 15,4 4 19-15,4 0-13 16,-2 1 5-16,1 0-9 16,3 2-6-16,2-3-14 0,1 2 3 15,3-2-9-15,3 0 0 16,-1 0-14-16,1 0-41 15,0 2-62-15,-3 2-161 16,-10 4-185-16</inkml:trace>
  <inkml:trace contextRef="#ctx0" brushRef="#br2" timeOffset="64583.92">9912 10189 761 0,'0'0'43'15,"0"0"9"-15,0 0 52 16,0 0-77-16,0 0-16 16,0 0-8-16,70-78-1 15,-49 54-2-15,-3 2-12 16,-1 0-6-16,-3 5-26 0,1 2 6 16,-7 4 2-16,-2 5 6 15,-6 4 5-15,0 2 25 16,0 0 0-16,0 0 6 15,0 0-6-15,0 5 0 16,-6 7 0-16,-6 2 3 16,1 2 1-16,3 2 2 15,-2 1 4-15,-3 6-1 16,5-2-4-16,-4 5 6 16,1-2 0-16,3 1-4 15,-2 0 3-15,-1-1-2 16,3-5 0-16,4-7-8 15,2-6-4-15,2-5-22 16,0-3-111-16,0-5-153 0</inkml:trace>
  <inkml:trace contextRef="#ctx0" brushRef="#br2" timeOffset="64966.92">10131 10041 228 0,'0'0'279'0,"0"0"-277"16,0 0 83-16,0 0-10 0,0 0-54 15,0 0 7 1,-6 21 12-16,4-12-21 0,-5 3-8 15,3-1-3-15,2 6 9 16,-4 1-4-16,0 0 3 16,0 3-7-16,2-2 2 15,4-2 2-15,0-4-2 16,0 1 3-16,0-4-9 16,0-3-4-16,6-1-1 15,4-2-5-15,5-4 2 16,1 0 3-16,-1 0 0 15,5 0-34-15,-5-7-11 0,-3 0-64 16,1-2-35-16,-3 0-43 16</inkml:trace>
  <inkml:trace contextRef="#ctx0" brushRef="#br2" timeOffset="65216.08">10214 10192 251 0,'0'0'214'0,"0"0"-168"15,0 0 70-15,0 0-28 16,0 0-23-16,0 0-16 0,-17 45-8 16,15-28-8-16,-4 0 3 15,0 5-4-15,-1 1-22 16,1 0-10-16,0 0-3 15,0-2-50-15,6-6-51 16,0-6-140-16,0-7-117 16</inkml:trace>
  <inkml:trace contextRef="#ctx0" brushRef="#br2" timeOffset="65470.67">10276 10344 538 0,'0'0'25'16,"0"0"51"-16,0 0 57 16,0 0-108-16,0 0 4 15,0 0 0-15,0 23-19 16,-2-11 2-16,-5 0-1 15,1 1-11-15,2-2-10 16,4-1-66-16,-2-7-138 16,2-3-237-16</inkml:trace>
  <inkml:trace contextRef="#ctx0" brushRef="#br2" timeOffset="65881.45">10431 10306 319 0,'0'0'410'0,"0"0"-366"16,0 0-44-16,0 0 44 15,0 0-43-15,80-87-1 16,-57 61-15-16,-4 1-23 15,-1 3-20-15,-5 4-11 0,-1 4 28 16,-6 7 24 0,-6 4 17-16,0 3 5 0,0 0 18 15,0 0 14-15,0 0-4 16,0 7-29-16,-4 3 6 16,-2 2 6-16,0 1 21 15,4 0 4-15,-5 3-6 16,1 2-4-16,0 5 5 15,0-2 6-15,-4 4 6 16,3 1-14-16,1-1-15 16,0-4-10-16,4-7-9 15,2-4-3-15,0-6-61 16,0-4-148-16,0 0-129 16</inkml:trace>
  <inkml:trace contextRef="#ctx0" brushRef="#br2" timeOffset="66333.03">10681 10094 665 0,'0'0'28'15,"0"0"-10"-15,0 0 104 16,0 0-100-16,0 0 7 0,0 0 57 15,25 7-32 1,-15-1-8-16,-4 1-13 0,7-3-8 16,1 2-9-16,-2-1-5 15,5-1-9-15,-3-2-1 16,3 2-1-16,-5-4-1 16,1 0-2-16,-3 0-12 15,-4 0-3-15,1 0 11 16,-5 2-12-16,-2-1 7 15,0 1 5-15,0 2 4 16,0 4 0-16,0 4 3 16,-9 9 2-16,-3 1 6 15,-7 4-5-15,3 5 0 16,-7 2 10-16,9 0 0 16,-3-5-13-16,11-6 11 15,0-5-4-15,4-6-7 0,2-7 0 16,0-3-36-16,0-1-94 15,0 0-69-15,0-8-10 16,0-9-7-16</inkml:trace>
  <inkml:trace contextRef="#ctx0" brushRef="#br2" timeOffset="66506.06">10706 10246 644 0,'0'0'101'15,"0"0"26"-15,0 0-30 0,0 0-57 16,0 0 42-16,0 0-31 16,47 8-26-16,-16-8-25 15,13 0-5-15,9 0-112 16,3-6-271-16</inkml:trace>
  <inkml:trace contextRef="#ctx0" brushRef="#br2" timeOffset="66992.28">11826 10213 666 0,'0'0'61'15,"0"0"30"-15,0 0 37 16,0 0-71-16,0 0-33 16,0 0-24-16,97 4-3 15,-66-1-142-15,2-3-286 16</inkml:trace>
  <inkml:trace contextRef="#ctx0" brushRef="#br2" timeOffset="67465.63">12270 10012 315 0,'0'0'342'0,"0"0"-333"16,0 0 164-16,0 0-58 0,0 0-35 15,0 0-23-15,79 30 0 16,-60-29-30-16,-3-1-12 16,3 0-11-16,-5 0-2 15,-1 0-2-15,-3 0-6 16,-8 0-22-16,2 2 5 15,-4 1 10-15,0 1 1 16,0 4 10-16,-4 3 2 16,-8 4 6-16,-3 4-4 15,-8 5-2-15,3 5 0 16,-3 0 0-16,0 4 0 16,5 1 3-16,3 0-1 15,3-3 2-15,6-4 21 0,-3-7-11 16,9-7-14-16,0-6-2 15,0-5-39-15,0-2-94 16,0 0-77-16,0-7-98 16</inkml:trace>
  <inkml:trace contextRef="#ctx0" brushRef="#br2" timeOffset="67661.75">12241 10214 816 0,'0'0'20'0,"0"0"33"0,0 0 82 16,0 0-52-16,0 0-30 15,98-1-19-15,-69 1-25 16,2 4-9-16,0 2-23 16,2 2-79-16,-9-2-164 15,3-2-270-15</inkml:trace>
  <inkml:trace contextRef="#ctx0" brushRef="#br2" timeOffset="67921.31">12599 10277 723 0,'0'0'24'0,"0"0"63"16,0 0 60-16,0 0-106 16,0 0-41-16,0 0 12 15,-14 37 0-15,3-12-3 16,3 3-2-16,-2-4-5 16,-1-3-2-16,9-7 0 15,2-6-9-15,0-8-160 16,0 0-205-16</inkml:trace>
  <inkml:trace contextRef="#ctx0" brushRef="#br2" timeOffset="68363.48">12851 10139 677 0,'0'0'31'16,"0"0"-31"-16,0 0 80 15,0 0-24-15,0 0-25 16,0 0 16-16,-35-16-12 16,29 29-7-16,0 7-9 15,0 8 18-15,-1 1-6 0,1 1-1 16,0 3-3-16,2-6 7 15,4-6-13-15,0-7-15 16,4-9-6-16,15-2-3 16,1-3-15-16,7 0-18 15,-6-8 30-15,4-8-52 16,-9-3 22-16,-3-4-8 16,-1-3 33-16,-8 1 6 15,-4 0 5-15,0 1 6 16,0 5 5-16,-10 4 16 15,-7 8-1-15,3 1-7 16,1 6-9-16,-3 0-10 0,7 2-30 16,3 9-102-16,0 1-120 15,6-4-60-15</inkml:trace>
  <inkml:trace contextRef="#ctx0" brushRef="#br2" timeOffset="68880.92">13066 10144 623 0,'0'0'213'15,"0"0"-212"-15,0 0 50 16,0 0-12-16,0 0-34 15,0 0 1-15,42-43 2 16,-30 43-5-16,5 0-3 16,-5 0-2-16,-4 0 0 15,-2 1 2-15,1 10 2 16,-1-3 3-16,-6 6-3 16,0 1 4-16,0-1-4 15,0 6 0-15,0-3-2 16,-13 1-1-16,1 0 1 15,-2 3 4-15,-3-5-4 0,5-1 5 16,-1 0-5 0,-3-2 1-16,-3 1-1 0,5-2 0 15,3 0 0-15,3-5 4 16,2 2-1-16,2-1 10 16,4-1 0-16,0-2 3 15,0 2-7-15,0-3-1 16,10 3 8-16,2-4-5 15,9 1 6-15,2-1 6 16,0 1-1-16,-3-4-22 16,-3 0-5-16,1 0-11 15,-3 0-88-15,-5-3-48 16,-2-6-103-16,-3-7-92 16</inkml:trace>
  <inkml:trace contextRef="#ctx0" brushRef="#br2" timeOffset="69136.34">13060 10211 621 0,'0'0'101'0,"0"0"-56"15,0 0 82-15,0 0-62 16,0 0-20-16,0 0 31 0,10 20-10 15,3-10-23 1,-1 5-6-16,5 1-8 0,-3 5-12 16,3-1-6-16,-5 5-11 15,1-2-1-15,1 2-40 16,-4 1-74-16,-8-1-473 16</inkml:trace>
  <inkml:trace contextRef="#ctx0" brushRef="#br2" timeOffset="75757.48">4907 11066 281 0,'0'0'37'15,"0"0"13"-15,0 0 11 16,0 0-24-16,0 0 9 16,0 0 2-16,0 0-11 15,0 0-11-15,7 0-6 16,-1 0-5-16,-6-2-2 15,4 2-4-15,-4 0 4 16,2 0-6-16,2 0-4 0,-2 0 4 16,-2 0 0-16,4-1 5 15,-2 1 6-15,2-2-5 16,-1 0 5-16,3 2-8 16,-2-1-5-16,2 1 2 15,0 0-3-15,0 0 1 16,3 0-4-16,1-2 5 15,0 2-2-15,3-1 0 16,-1 1-3-16,1-2 4 16,-1 2 20-16,0-3-9 15,-3 1-5-15,5-1 3 16,-6 0-7-16,5 3-5 16,-1-3-1-16,1 3 2 15,-3 0-2-15,2-2-1 0,1 1 1 16,-3-1 3-16,3 0 3 15,-1 1 1-15,0-1-5 16,1 0 2-16,-1 0-4 16,-4 0 0-16,7 2-1 15,-3-1 0-15,1 1 1 16,-5 0 0-16,2 0 0 16,-1 0 1-16,3 0 2 15,-2 0-2-15,-1 0 0 16,7 0 3-16,-3 0-3 15,-1 0-2-15,0 0 0 16,-1 0 1-16,1 0-1 16,-6 0 0-16,7 0 0 0,-1 0 0 15,-2 0 0-15,5 0 0 16,-5 1 0-16,5 1 1 16,-3 0-1-16,5-2 1 15,-1 1-1-15,-1 0 0 16,-3-1 3-16,0 2-2 15,5 1-1-15,-3 0 0 16,3 2-1-16,-5 3 2 16,7 0 1-16,0-2-1 15,-1 1 1-15,3-4-2 16,-3 2 1-16,-3-5 0 16,-3 2 5-16,1-2-4 0,-3 0-1 15,-2 0-1-15,9 0 0 16,-5 0 0-16,1 0 9 15,-1 0 4-15,0 0-11 16,1 0-1-16,-1 0 0 16,5 0 2-16,-5 0 5 15,-1 0-8-15,1 0 0 16,0 0 0-16,1 0 8 16,-1 0-8-16,-4-2 0 15,7 0 0-15,-7 2 2 16,5 0-2-16,-3-1 0 15,-4 1 0-15,2 0 0 16,-1 0 0-16,5 0-1 16,-6 0 2-16,0 0-3 15,5 0 4-15,-1 0-2 0,-2 0 0 16,5 0 1-16,-3 0-1 16,-4 0 0-16,7-2 0 15,-5 2 0-15,-2 0-1 16,-2 0 2-16,2 0-3 15,-3 0 2-15,5 0 0 16,-6 0 1-16,4 0-1 16,4 0 0-16,-3 0 1 15,1 0 0-15,-2 0-2 16,0 0 1-16,5 0 0 16,-9 0-1-16,8 0 2 15,-4 0-2-15,0 0 4 0,-3 0-4 16,1 0 1-16,2 0 0 15,-2 0 0-15,2-1 0 16,-4 1 0-16,4-2 0 16,7 1 0-16,-3-2 0 15,3 2 0-15,-1-2 0 16,-4 1 0-16,5 2 0 16,1 0 0-16,-1 0 0 15,1 0 0-15,-2 0 1 16,1 0-2-16,3 0 2 15,-7 0 1-15,5 0-2 0,-2 0 0 16,1 0 2 0,-1 0-2-16,3 0 0 0,-3 0 0 15,1 0 0-15,7 0 0 16,-1 0 0-16,2 0 5 16,1 0-4-16,3 2 0 15,0-1 5-15,4-1-4 16,-2 0 1-16,6 0 0 15,0 0-3-15,-4-3 0 16,2 0 0-16,-6 0 0 16,-7 1-1-16,-1 2-12 15,-7 0-53-15,-4 0-40 16,-6 0-106-16,0 0-12 16</inkml:trace>
  <inkml:trace contextRef="#ctx0" brushRef="#br2" timeOffset="76672.5">4945 10886 356 0,'0'0'120'0,"0"0"36"15,0 0-23-15,0 0-51 16,0 0-5-16,0 0 4 15,0 0-13-15,0 0-14 16,-3 0-8-16,-3 7-28 16,-6 4 2-16,2 1-12 0,1 3-2 15,-3-2-4-15,-5 2-2 16,5-1 0-16,-5-1-2 16,3 1 3-16,2-3-1 15,-5 5 2-15,5-4-2 16,-1 2-1-16,-3 0 1 15,3 1-1-15,1 1 1 16,4-4 0-16,-3 5-1 16,5-5 1-16,0 1 0 15,0-4 0-15,6 1-1 16,-5-5-4-16,5 2 3 16,0 1 0-16,0 1-2 0,7 0 3 15,3 2-1-15,7 0 2 16,-3-1 0-16,5 0 1 15,3-2-1-15,3 2-1 16,0-1 1-16,4 0 0 16,0 1 0-16,-4-1 0 15,-1 3 0-15,-3-1 0 16,-2-4 0-16,-3-2-12 16,1-1-35-16,-5-2 9 15,3 0-104-15,1-2-90 16,-1 0-174-16</inkml:trace>
  <inkml:trace contextRef="#ctx0" brushRef="#br2" timeOffset="77446.62">7138 10893 187 0,'0'0'400'0,"0"0"-324"16,0 0 95 0,0 0-68-16,0 0-45 0,0 0-18 15,-13 0-20-15,13 0-20 16,0 0 1-16,2 0-1 15,15 0 14-15,-3 2 10 16,9-1 4-16,2 2-10 16,4-1 2-16,-2-2-2 15,2 1-16-15,-4 2-1 16,-3 0-1-16,-3-1 0 16,-5 1 0-16,1-2-13 15,-7 1-25-15,2-2-23 16,-8 0-28-16,5 0-40 15,-7 0-91-15,0-2-58 16</inkml:trace>
  <inkml:trace contextRef="#ctx0" brushRef="#br2" timeOffset="78232.47">7121 10946 580 0,'0'0'33'15,"0"0"70"-15,0 0-1 16,0 0-85-16,0 0-8 16,0 0 2-16,0 0 32 15,11 0 11-15,-3 1-1 16,8 2-11-16,3 2 2 16,0-1-15-16,3 3-1 15,3 1-10-15,-4 1-8 16,2-3-8-16,-1 2 0 15,-1-2-2-15,-5-1-2 16,-3-5-1-16,-5 3-6 16,2 0-10-16,-10 1 2 0,0-3-4 15,0 3 15-15,0 4 6 16,-4 1 8-16,-8 1-8 16,-3 3 0-16,-7-2-2 15,3 2 0-15,-6-1-1 16,-4 1 0-16,5 1-2 15,3-4-4-15,-2 0 2 16,0-1 2-16,5 0 0 16,-1-1 5-16,7 1 0 15,-1-5 4-15,1-1-4 16,8 0 0-16,-2-1 0 16,6-2 0-16,0 1 0 0,0-1-2 15,0 2 2-15,0-1-1 16,0 1-6-16,0 2 2 15,4-1 5-15,8 0 9 16,5 0 11-16,3-1-12 16,5-2 9-16,-2 0-2 15,6 0-10-15,-8 0 1 16,8 0-1-16,-5 0-2 16,-1 0 2-16,-4 0-4 15,-5 0 0-15,-4 0 0 16,-1 0 2-16,-3 0-3 15,-2 0-1-15,-4 0 0 16,0 0 1-16,0 0-12 16,0 0-23-16,0 3-47 0,0 1-172 15</inkml:trace>
  <inkml:trace contextRef="#ctx0" brushRef="#br2" timeOffset="78771.86">7605 10899 325 0,'0'0'99'16,"0"0"8"-16,0 0 8 0,0 0-44 15,0 0-21-15,0 0 11 16,0-4-7-16,0 4 0 16,0 0-15-16,0 0-6 15,0 9-1-15,0 5 12 16,0 5-12-16,0 7-6 15,0 5-11-15,0 3-5 16,-6 4 7-16,-7-1-14 16,1-2 1-16,2-9-1 15,-1-7-3-15,11-13-8 16,0-6-60-16,0 0-79 16,0-6-80-16,4-15-54 0</inkml:trace>
  <inkml:trace contextRef="#ctx0" brushRef="#br2" timeOffset="79214.25">7613 10929 593 0,'0'0'99'0,"0"0"-35"15,0 0 50-15,0 0-46 16,0 0-12-16,0 0-4 15,11 62-22-15,1-47 1 16,2-2 15-16,1 0-18 16,3-5-21-16,1-2-7 0,-4-6 0 15,7 0-1-15,-3 0-19 16,-3-12-5-16,3-8 4 16,-4-2-11-16,-3-1-13 15,0 1-5-15,-1 2 4 16,-7 1-10-16,-4 6 42 15,0 4 11-15,0 4 0 16,0 2 3-16,0 3 9 16,0 0 31-16,0 0 8 15,0 0 0-15,0 5-11 16,0 11-19-16,-4 8 22 0,-3 5-3 16,1 4-5-1,-4 5 2-15,-2 3 2 0,-1 1-3 16,5-7-11-16,-2-4-3 15,3-10-19-15,1-7-4 16,6-7-70-16,0-7-186 16</inkml:trace>
  <inkml:trace contextRef="#ctx0" brushRef="#br2" timeOffset="81009.22">8041 10859 199 0,'0'0'342'0,"0"0"-218"16,0 0 55-16,0 0-55 15,0 0-50-15,0 0-22 16,-6 0-16-16,6 0-27 16,0 0 1-16,0 0-9 15,6-3 6-15,7-9 14 16,1-1-11-16,5-6-6 15,-1 5-4-15,-1 0-3 16,-5 3-10-16,-2 3 5 0,-3 3 5 16,-7 5-1-16,2 0 4 15,-2 0 3-15,0 0 2 16,0 0 0-16,0 0-1 16,0 0-1-16,0 0 0 15,0 5-3-15,0 8 1 16,-6 3 2-16,3 5 0 15,-3 7 2-15,-4 0 2 16,8 3 0-16,-6 1 2 16,6-2-7-16,-5-3-2 15,3-7-6-15,4-4-36 16,0-9-94-16,0-7-309 16</inkml:trace>
  <inkml:trace contextRef="#ctx0" brushRef="#br2" timeOffset="81495.7">8372 11064 615 0,'0'0'118'0,"0"0"-37"16,0 0 51-16,0 0-106 15,0 0-8-15,0 0 25 0,23 0-9 16,-11 0-4-16,5-1-2 15,-3-1-15-15,5 0-9 16,3 1-4-16,-3 1-26 16,-3 0-42-16,-3 0-97 15,-7 0-105-15,-6 0-129 16</inkml:trace>
  <inkml:trace contextRef="#ctx0" brushRef="#br2" timeOffset="81742.65">8351 11146 168 0,'0'0'485'15,"0"0"-466"-15,0 0 102 16,0 0 5-16,0 0-60 15,0 0-7-15,44 14-10 16,-28-12-24-16,5-2-16 16,-3 0-9-16,7 0-31 15,-2 0-139-15,0-2-196 16</inkml:trace>
  <inkml:trace contextRef="#ctx0" brushRef="#br2" timeOffset="82357.45">8765 11036 520 0,'0'0'154'0,"0"0"-110"16,0 0 85-16,0 0-88 16,0 0-9-16,0 0 8 15,-19-36-9-15,19 33 9 16,-4 3-3-16,2 0-5 15,-4 0-9-15,1 0-2 16,-1 0-4-16,0 4-7 16,-2 5 3-16,-3 6-12 15,-1 2 6-15,6 2 1 16,0 4 6-16,-1-3 2 16,3 0 11-16,4-4-17 15,0-1-10-15,0-4 1 0,15 0-2 16,-3-5-1-16,7 0 0 15,-5-4-5-15,9-2-7 16,0 0 3-16,-9 0-5 16,5-10-1-16,-3-5 13 15,-3-5-8-15,-5 0-5 16,-4-7 2-16,-2 2 13 16,-2-1 2-16,0 1 1 15,-8 5 5-15,-9 3-1 16,3 8 15-16,-9 5 11 15,9 4-4-15,-9 0-27 16,4 13 0-16,3 7-36 16,3-1-34-16,1 1-155 0,6-7-287 15</inkml:trace>
  <inkml:trace contextRef="#ctx0" brushRef="#br2" timeOffset="84067.73">9329 11045 317 0,'0'0'10'0,"0"0"33"16,0 0 1-16,0 0-26 15,0 0 10-15,0 0 33 16,62 19 6-16,-46-19 0 15,3 0-18-15,0 0-30 16,3-6-11-16,-3 1-8 16,0 1-6-16,-1 4-5 15,-1-1-2-15,-3 1 12 16,3 0 1-16,-3 0 8 16,3 0 29-16,-1 0-36 0,-1 0-1 15,3 0-2-15,1 0-8 16,2 0 0-16,-3-6-7 15,-5 0 17-15,1 1-3 16,-1 1 1-16,-3 4 2 16,-2 0 0-16,-2 0-16 15,9 0-17-15,-3 0 22 16,3 0 11-16,1 4 0 16,-1-3 7-16,1-1-39 15,3 0 23-15,-3 0 8 16,3 0-11-16,-5 0 12 15,-3 0-18-15,1 0 10 16,-4 0 5-16,7 2-9 0,-7 4 12 16,5-4 4-1,-1 2-4-15,0-4 0 0,11 0 46 16,-4 0-46-16,-1-4 28 16,1-2-57-16,-3-1 23 15,-1 3 6-15,-3 2 10 16,3 1 10-16,-7 0-20 15,2 1-2-15,3 0 1 16,-1 0 1-16,7 0 1 16,-5 0 8-16,7-2-9 15,-2-3-68-15,-5 1 68 16,11 0 1-16,-9-1-1 0,3 4-86 16,-7-2 86-1,-1 3 1-15,3 0 3 0,-1 0 55 16,-1 0-59-16,0 0-24 15,3 0-5-15,-1 0-10 16,-1 0 32-16,-1 0-106 16,-1 3 55-16,-3-2 57 15,4-1 1-15,3 2 0 16,-1-1 121-16,-4 1-121 16,3 0 0-16,5-2 7 15,1 0 32-15,-4 0 26 16,1 0-65-16,-6 0-31 15,-1 0 31-15,-3 0 0 16,0 0 3-16,4 0 0 16,3 0 16-16,1 0 146 0,7 0-122 15,-9 0-41-15,9 0-4 16,-2 0 4-16,-1-2 64 16,5 0-66-16,-11 2-21 15,-1 0 21-15,-3 0 0 16,-4 2 1-16,2 2 28 15,-4 0-21-15,5 0-6 16,-1-3-2-16,4 1 0 16,7-2 0-16,1 0 1 15,1 0 22-15,2 0-20 16,12-13-3-16,6-1 0 16,2 0 230-16,1 2-230 0,-18 5-82 15,-9 5 30-15,-5 2 32 16,-8 0-188-16,-2 0 64 15,0 2 4-15</inkml:trace>
  <inkml:trace contextRef="#ctx0" brushRef="#br2" timeOffset="84681.35">10910 10831 664 0,'0'0'8'15,"0"0"12"-15,0 0 63 16,0 0-60-16,0 0 29 16,0 0-1-16,46 40-20 15,-28-30-2-15,5 1-11 16,0 1-12-16,2 0 0 16,-7 1-6-16,5-2 0 15,-4 1-7-15,-7 0-13 16,-4 0-13-16,-2-1 22 15,-6 3-1-15,0 2 12 16,-6 1 0-16,-8 2 4 0,-3-2 0 16,3 0-4-16,-3-1 1 15,-1-4 2-15,1-3 24 16,3-1 19-16,-9 0 7 16,0 3 24-16,-8 2-12 15,-6 4-34-15,-13 2-31 16,-8-2-52-16,7-3-290 15</inkml:trace>
  <inkml:trace contextRef="#ctx0" brushRef="#br1" timeOffset="104056.95">953 12325 331 0,'0'0'200'0,"0"0"-165"0,0 0 64 16,0 0-1-16,0 0-63 15,0 0-6-15,0 0 15 16,0 0 0-16,0 0-6 16,0 0-9-16,0 0 3 15,0 0-5-15,0-3-14 16,0-2-11-16,0-6-1 15,0 3-1-15,0-5 1 16,4 1 3-16,-2-5-4 16,4 1 0-16,-2 1-1 15,5-5 1-15,-3 6-5 16,0-1 3-16,4-2-2 0,-3 4-8 16,-1-2 0-1,0 2 1-15,4-3-2 0,-3 4 0 16,-1 0 2-16,0 1 3 15,-4 3-1-15,4-1 2 16,-2 3 5-16,3 1-1 16,-5 2-8-16,-2 2-2 15,4 1-3-15,-2 0 3 16,2 0-1-16,2 0 10 16,-4 4 1-16,2 7 3 0,-1 4 6 15,-3-1 11 1,4 9-8-16,-4 1 2 15,0 2 10-15,0 4-7 16,0 1-7-16,-7 0-3 0,-3-6 2 16,4-2-4-16,4-5-1 15,-2-3 0-15,2-8-1 16,-3-2 0-16,5-4 3 16,0-1-2-16,0 0-1 15,0 0-1-15,0-4-7 16,0-9-12-16,0-8-10 15,0-5-6-15,7-2 8 16,5-4-31-16,5 2 30 16,-5 1 16-16,5 2 4 15,-3 6 5-15,-2 4-4 0,-1 6 8 16,-9 6 0-16,8 2 0 16,-8 3 0-16,2 0 5 15,-2 0-2-15,3 0 23 16,-3 8 7-16,-2 6 6 15,0 4-1-15,0 3-7 16,0 1-9-16,0 1 0 16,0 1-12-16,-7-2-9 15,5-1 3-15,-4-6-1 16,0-2-2-16,2-7-2 16,2-2 0-16,2-4-5 15,0 0 0-15,-4 0-16 0,4-4-17 16,-2-9-13-1,2-5 4-15,0-4-8 16,2-2 5-16,4 0-11 0,10 3 38 16,-7 0 0-16,5 4 22 15,-6 1 4-15,5 4 4 16,-3 1 12-16,-4 7 11 16,-4 2 11-16,3 2-9 15,-3 0 7-15,-2 0-4 16,0 0 15-16,0 0-8 15,4 1 13-15,-2 8-5 16,-2 3-26-16,4 4-1 16,-4 4-4-16,0 3-2 15,0 1-9-15,0 3-1 16,0 1-2-16,-10 0-3 0,1 1 2 16,3-2-3-16,-4-9-3 15,8-2-7-15,-2-8-41 16,2-8-88-16,2 0-165 15</inkml:trace>
  <inkml:trace contextRef="#ctx0" brushRef="#br1" timeOffset="104621.84">1321 12444 369 0,'0'0'50'0,"0"0"27"0,0 0 40 16,0 0-52-16,0 0-9 15,0 0-11-15,0 0-14 16,31-42-12-16,-29 27-11 15,8-2-2-15,-3-2-5 16,1-3-1-16,2-1-1 16,-4 4-9-16,1 4-4 15,-1 2-4-15,-2 6 10 16,-2 4 8-16,-2 3 2 16,0 0 4-16,0 0 18 15,0 0 2-15,0 6-6 16,0 13 17-16,0 5-17 0,0 5 11 15,-2 2-3-15,-2 2-2 16,-2-2-6-16,3-4-11 16,-1-4-9-16,2-6-9 15,2-4-82-15,0-9-231 16</inkml:trace>
  <inkml:trace contextRef="#ctx0" brushRef="#br0" timeOffset="134087.44">934 11869 208 0,'0'0'160'16,"0"0"-131"-16,0 0 41 16,0 0 11-16,0 0-26 15,0 0 6-15,0 0 5 16,0 0-20-16,0 0-19 15,0 0-1-15,4 0-4 16,-4 0-10-16,3 0-3 16,1 0 5-16,-2 0 7 0,8 0-1 15,-4-3-1-15,7-4-2 16,-1 2 5-16,0-4 8 16,5 0-19-16,-5 1 0 15,1 6-10-15,-5-5 1 16,4 1-3-16,1 3 2 15,-3 2-2-15,-1 1 2 16,1-1 3-16,2-1-3 16,1 1 1-16,3-2 6 15,-1 1-2-15,1-1 0 16,-1-3 5-16,5 2-2 16,-5-2 0-16,3 2-4 15,1-3 6-15,-2 3-8 0,1-1 3 16,-1 1-6-1,-3 4 1-15,-1 0 0 0,3 0 1 16,-1 0 0-16,-1 0-2 16,1 0 4-16,-3 0-2 15,0 0 0-15,5 3-2 16,-5 0 3-16,3-3-3 16,-1 0 1-16,1 0 0 15,-3 0 2-15,5 0-3 16,-3 0 1-16,3 0-1 15,-1 1 0-15,-1 1 2 16,3 3-2-16,5-2 1 0,-4 2-1 16,3-3 0-16,-1 0-1 15,2 0 1-15,-5 1 0 16,5-3 1-16,-2 3-1 16,1-2 0-16,3-1-2 15,-2 4 2-15,4-1 0 16,-4 3 0-16,1-3 0 15,1 0-8-15,0 1 8 16,0-1-2-16,0 0 4 16,-3-1-4-16,3-1 4 15,-2 2-2-15,2-2 0 16,-3 4-5-16,-1-1 0 16,2 0-2-16,-5-3 7 15,5 2 3-15,-4-1-1 16,-1-2-2-16,1 4 0 0,0-2 0 15,-1-1-3-15,1 1 3 16,-3 1-2-16,3 2 2 16,0-1 1-16,-1-2 0 15,1 1-1-15,-1 2 0 16,1-4-1-16,0 4 1 16,1 0-1-16,-1-4 1 15,6 0 0-15,-1 0 0 16,5-1 7-16,-2 0-4 15,2 0-3-15,6 0 2 16,-2 0-1-16,3 0-1 16,1 0-5-16,-2-1 5 0,2-1 2 15,5-1-2-15,-5-1 0 16,0 3 0-16,0-2 0 16,-2 0 0-16,-4 0-3 15,0-1-4-15,4-3 6 16,-4 2 1-16,-2 2 0 15,2-3 0-15,0 1 3 16,-2 0 3-16,-4 1-6 16,0 2-6-16,0 1 6 15,-3-1 1-15,1 2-1 16,-4 0-1-16,-5 0-5 16,5 0 6-16,-3 0 2 15,-3 0-2-15,3 0 0 0,3 0 3 16,-7 0-3-16,3 0-4 15,1 0 4-15,1 0 0 16,-5 0 0-16,1 0 0 16,5 0-2-16,1 0 2 15,2 0 5-15,-1 0-4 16,-1 0 0-16,-1 0-1 16,-5 0 4-16,1 0-4 15,3 0-5-15,-5 0 5 16,5 0 0-16,-3 0 5 15,3 0-5-15,-3 0 2 16,3 0-2-16,-1 0 0 0,-1 0 1 16,1 0-1-1,3 0 2-15,0-2 1 0,-3 0-3 16,3 1-2-16,-5-1 0 16,3 0 3-16,-3 2-2 15,3-3 2-15,1-3 0 16,5 1 1-16,-4 0-2 15,-1-1-6-15,1 1 6 16,4 1 0-16,-3-2 1 16,-1 5 0-16,0-3 0 15,1 1-2-15,-7 2-10 16,5-3 11-16,-3 1 0 16,3-3 1-16,3 3 4 15,-2 1-5-15,-1-4-3 16,-3 0 1-16,1-1 2 0,7 0 0 15,-4 2 3-15,-1-3-1 16,3 4-2-16,-5-1 0 16,3 2-6-16,-3-1 5 15,3 0 0-15,-4 2 1 16,3 0 0-16,-1 1-3 16,-1 0 2-16,-1-2-7 15,-3 3 7-15,7-1 1 16,-3 1 0-16,3 0-1 15,-3 0 0-15,-1 0-1 16,3 0-2-16,1-2 2 0,0 1 2 16,8 0-1-16,-7-2-1 15,9 0-1 1,-4 0 3-16,0 1 0 0,0 2 0 16,-1 0-10-16,5 0 6 15,0 0 4-15,-2 0 1 16,2 0-1-16,-4 0-9 15,6 0 9-15,-2 0 3 16,2 0-2-16,0 0-1 16,4 0 3-16,-4 0-1 15,10 0-2-15,1 0-10 16,-3 0 10-16,2 0 2 16,1 0-2-16,-1 0-1 15,-2 0 1-15,3 0 0 0,5 0 0 16,-3-1-2-16,-1-1 4 15,0 2-1-15,5 0-1 16,-5 0-1-16,5 0 0 16,-5 0 1-16,3 2 3 15,-3 3-3-15,5-3 0 16,-3 4 0-16,3-3 0 16,-5 2 0-16,9 2 1 15,-7-2 2-15,1-1-2 16,-1-2-1-16,3 1 0 15,1 1-1-15,9-1 1 16,2 2 1-16,-4-3-1 0,0 0 0 16,0 1-1-1,-3-2 1-15,1 3-3 0,0-1 2 16,2-1 0-16,-1 0 1 16,3 1 0-16,-4 3 0 15,-2-1 0-15,2 4 0 16,-5-1 0-16,9 0 0 15,-4-2 0-15,-3 1 1 16,7 0 0-16,-2-1-1 16,4-3 1-16,0 0-1 15,4 4 0-15,6-1 1 16,3-2-1-16,-1 1 0 16,-8-4-2-16,6 4 2 0,-1 0 0 15,1-2 2 1,-2 3-2-16,5-5-3 0,-5 1 3 15,-2 3 0-15,2-2 0 16,2-1 0-16,-1 0 0 16,1 0 1-16,4 0 0 15,1-1-1-15,7 1 2 16,-1-2 0-16,8 0-4 16,-4 0 0-16,-5 0-3 15,5-3-4-15,0-3-2 16,6-4 10-16,-4 3-2 15,1 0 3-15,-1 1 0 0,2 0 0 16,-2 3 1 0,2 0-2-16,4 0 3 0,2 1-3 15,-2 2 1-15,2 0-3 16,-8 0 2-16,-2 0 0 16,4 0 1-16,-5 0 0 15,-3 0-2-15,2 0 2 16,-5 2 0-16,1 4 2 15,-5-3 0-15,1 3-2 16,-3 2 0-16,4-3 0 16,-1 0-1-16,-1-3 2 15,3 3-2-15,-11-2 1 16,0 1-4-16,-2-2 3 16,2 1 1-16,-2 2-1 15,-2-4 0-15,-6 2 0 0,4 1-3 16,-6-1-2-16,0-2 0 15,-3 1-2-15,3 2 3 16,0 0 5-16,-5-1 1 16,9 3-1-16,-6 0 0 15,6 0-5-15,2 2 10 16,2-2-3-16,0 2-2 16,8-3 0-16,-12 0-1 15,8-2 0-15,-2-3 1 16,4 0-1-16,-2 0 2 15,3 0-1-15,-3 0 2 16,2 0 0-16,-2 0 0 0,0 0-1 16,0 0 7-16,1 0-4 15,-1 0 1-15,0 0-3 16,-2 0 2-16,6 0-2 16,-4 0-2-16,1 0 1 15,-12 0-1-15,-7 0 0 16,-9 0-1-16,-8 0-13 15,-4 0-13-15,-15 0-146 16,-12 0-142-16,0 0-79 16</inkml:trace>
  <inkml:trace contextRef="#ctx0" brushRef="#br0" timeOffset="137605.87">922 12883 149 0,'0'0'258'15,"0"0"-252"-15,0 0 97 16,0 0 30-16,0 0-90 16,0 0-27-16,0 0 6 15,-10 0 1-15,10 1 25 0,0-1 33 16,0 4-3 0,0-3-40-16,4 2 1 15,2 0-14-15,4-1-1 0,5 0-1 16,3 1-4-16,7 1-3 15,2 0-5-15,4-2-8 16,-4-2-1-16,4 0 0 16,-2 3-2-16,2-2-1 15,4 2-10-15,0-3-2 16,4 0 5-16,7 0 7 16,-3 0 1-16,5-4-3 15,-9-2 4-15,2 3-1 16,-3 1 0-16,3 2 2 15,-6 0-2-15,-2 0 3 16,0 0-3-16,0 3 0 0,-2 0 1 16,-2-1 0-16,9-2-1 15,-3 0 4-15,2 0-1 16,0 0-3-16,2 0 3 16,1 0 1-16,1 0-4 15,-4 0 3-15,0 3-2 16,3 1 0-16,-7 0 1 15,2 1-2-15,-4 0 1 16,4-1-1-16,2 1 1 16,7-4-1-16,3 0 0 15,7-1 21-15,0 2-21 16,-3-1-7-16,7 4 7 16,-8 2 15-16,-1 2-15 15,5-3-21-15,6 3 21 0,6 0 44 16,7-2-44-16,-1 0-15 15,-2 0 15-15,3-1 17 16,-3 0-17-16,4 1 0 16,-1 1 7-16,1-3-7 15,3-4-20-15,-3 0 20 16,-2 1 33-16,3-1-33 16,1-1-33-16,-3 0 33 15,-1 0 14-15,0 0-14 16,-3 0-23-16,-1 0 23 15,-2 0 6-15,-10 7-6 0,-5-1-13 16,-7-3 13 0,-3 4 14-16,-2-1-14 0,1 2-19 15,-9-1 18-15,0-3-13 16,4 0-13-16,4-3 27 16,9-1 47-16,-1 0-47 15,-5 3 0-15,3-3-5 16,9 0 6-16,2 0-1 15,8 0 10-15,2 0-10 16,-4-4 0-16,6 0 16 16,2 1-16-16,-1-1-9 15,3 3 9-15,0 1 27 16,-4 0-27-16,3 0-39 16,-13 0 39-16,2 0 14 15,4 0-14-15,-2 4-25 0,4-1 25 16,0 2 34-16,0-2-34 15,-2 0-6-15,6 0 6 16,-3-3 4-16,7 0-4 16,0 0 0-16,3 0 22 15,4 0-22-15,7 0-23 16,-1 0 23-16,4 0 15 16,0 0-15-16,0 0-4 15,-2 0 4-15,4 0 0 16,4 0-15-16,-6 0 15 15,4 0 22-15,2 0-22 16,0 0 0-16,1 0 12 0,5 4-12 16,7-2-2-16,3 0 2 15,3-2 18-15,2 0-18 16,6 0 0-16,0 0 7 16,2 0-7-16,2 0 4 15,4-1-4-15,-3-2 4 16,3 1-1-16,-4 2-3 15,-6 0 0-15,-6 0 0 16,-7 0 0-16,-1 0 0 16,-5 0-2-16,-6 0 2 15,0 4 3-15,-3-3-3 16,-6 0 2-16,3 1-1 16,0-2 0-16,0 0 1 15,-6 0-2-15,-6 0 0 16,-5 0 1-16,-2 1-1 0,1 0-4 15,-1-1 4-15,-6 3 3 16,0-3-3-16,-4 0-2 16,-2 0 2-16,0 0 0 15,-2 0 0-15,-4 0 4 16,-5 4-4-16,3 0-5 16,-2 1 5-16,10-2 11 15,-4 0-11-15,3-1-4 16,1-1 4-16,0-1 6 15,-2 0-1-15,2 0-5 0,0 0 0 16,2 0 3 0,8 0-3-16,5 0-1 0,3 0 1 15,5-1 10-15,4-7-10 16,2 1-1-16,-2 1 1 16,-1 1 12-16,5-1-12 15,4 2 0-15,1 1 18 16,1 0-18-16,0 1-2 15,-6 2 2-15,8-1 0 16,-2-1-4-16,0 0 4 16,-6 1 7-16,6-1-6 15,-1-1-1-15,-3 1 5 16,2-1 0-16,4-2-5 16,2 0 3-16,-2 0-3 0,-1 2-3 15,-14-2 2-15,-7 1-3 16,-21 4 0-16,-19 0 3 15,-19 0-20-15,-11 0-8 16,-7 0-7-16,-15-2 1 16,-20-3-90-16,-13 2-211 15</inkml:trace>
  <inkml:trace contextRef="#ctx0" brushRef="#br0" timeOffset="142652.12">897 13939 48 0,'0'0'0'0,"0"0"-12"0,0 0 12 15,0 0 8-15,0 0-2 16,0 0 11-16,0 0 53 15,0 0 3-15,-4 0-38 16,4 0-9-16,-2 0-3 16,-2 0-15-16,4 0 8 15,-2 0 2-15,2 0 8 16,-4 0 15-16,4 0-2 16,0 0-3-16,0 0-14 15,0 0 22-15,0-3-3 16,0 3-3-16,0-1 5 15,0 1-2-15,0-1 1 16,0 1 0-16,0 0-9 0,0 0-3 16,0 0 2-16,0 0-3 15,0 0 3-15,0 0-13 16,0 0 0-16,0 0 8 16,10 0-5-16,2 0-10 15,1-2-6-15,3 2 0 16,5 0 2-16,2-1-6 15,-3-3-1-15,9 1 1 16,-4 2 0-16,0 0-2 16,0 1 0-16,2 0-1 15,-1-2 1-15,5 2 1 16,3-2 2-16,-1 2-3 16,2 0 2-16,-4 0-2 15,6-1 1-15,2-2 2 0,5-2 1 16,-3 1 3-16,-2 2 0 15,-2-1-3-15,-1 3-2 16,5-1 3-16,0 1-4 16,-1 0 2-16,5 0-2 15,-6 0 2-15,5 0-3 16,-3 0-1-16,-4 0-1 16,3 0 2-16,-3 0 0 15,0 0 1-15,0 0 0 16,0 0-1-16,3 0 0 15,-7 0 0-15,2 0 1 0,0 0-1 16,-4 0 0 0,0 0-1-16,4 0 1 0,-2 0-2 15,0 0 0-15,-6 0 2 16,2 0 0-16,0 0-1 16,-4 0 0-16,-4 0 0 15,1 1-10-15,-3 4-5 16,0-1 11-16,-3 1-9 15,-1-2 11-15,-3-3-12 16,-2 3 10-16,3-1-6 16,-1-1 8-16,0 0 2 15,-1 1 0-15,-3-1 0 16,2-1 1-16,-8 1 0 16,9-1-3-16,-3 0-5 0,-4 0 3 15,4 3-12-15,-1-2 9 16,-3 1 4-16,0-2-9 15,2 0 9-15,0 0 3 16,1 0 1-16,1 0 0 16,2 0 0-16,5 0 1 15,1 0 2-15,3 0-2 16,-1 0 5-16,1 0-5 16,4 0 2-16,2 0 3 15,3-3-6-15,6-1 0 16,7 0 25-16,-4 4-25 15,0 0-14-15,-2 0 13 16,1 0 1-16,-3 0 0 0,6 0 0 16,-2-1 0-1,4-1 3-15,-1 2 20 0,5-3-23 16,-8 3-2-16,1 0-1 16,-7 0 3-16,-7 0 2 15,1 0-2-15,-2 0-1 16,0 0-4-16,-3 0-2 15,9 0 7-15,0 0 2 16,-2 0 18-16,4-3-20 16,-2 2 0-16,0-3 0 15,-4 3 0-15,-4-1 0 16,-1 2 2-16,-1 0-2 0,-5 0-6 16,3 0-8-16,-9 0-2 15,2 0 7-15,-1 0 9 16,1 0 2-16,0 2-2 15,-1-1 0-15,1-1 1 16,4 0-1-16,5 0 6 16,10 0 31-16,0 0-31 15,2-3-6-15,4 2-3 16,-4-1 3-16,0 2 0 16,6 0 0-16,0 0 0 15,5-3 0-15,-1 2 8 16,-4-1-4-16,1 2-4 15,-7 0 1-15,4 0-1 0,-4 0 1 16,10 0 0 0,0 0-1-16,3 0 2 0,3 0 17 15,-3 0-17-15,-1 0-2 16,-1 0 0-16,-9-3 1 16,6 1-1-16,0-1 1 15,2-4-1-15,-3 3 2 16,1 1-4-16,-6 3 3 15,-2 0-2-15,2 0 2 16,-2 0-1-16,2 0 1 16,2 0 0-16,0-2 4 15,-1 2-5-15,5 0-1 0,-6 0-1 16,2 0 0 0,0 0 3-16,4 0-1 0,9 0 3 15,-5 0 4-15,3 0-3 16,-7 0-4-16,0 0-4 15,-1 0 4-15,3 0 0 16,2 0 2-16,5 0 5 16,-3 0-7-16,1 0-4 15,-3 0 0-15,1 0 4 16,3 0 2-16,1 0 5 16,1-4 2-16,1 3-9 15,0-3 0-15,1 0 0 16,1 2 0-16,0-1 2 15,-1 2-2-15,-3 1-1 16,-1 0-2-16,3 0 3 0,10 0 1 16,-4 0 2-16,2 0-3 15,-9 4-1-15,1-4 0 16,4 0 1-16,1 2 2 16,-1-2 1-16,6 3 0 15,-4 0-6-15,2-3 6 16,0 0 3-16,8 0 6 15,-2 0-9-15,-2 0-3 16,4 0 0-16,2 0 1 16,1 0 2-16,-3-2-1 15,0-1-2-15,4 3 5 16,0 0-5-16,7-1 0 0,-3 1 0 16,-3 0-1-1,-5 0 1-15,-2 0 0 0,6 0 1 16,-2 4 0-16,1-2 2 15,-3-2 3-15,0 2-3 16,0-2 0-16,0 3 0 16,0 1 1-16,0-1 3 15,-4 1-6-15,5-3 0 16,-1 3-1-16,2 1-1 16,-2-5 1-16,0 4 2 15,0-3-1-15,-8 1-1 16,2-1 3-16,4-1-1 15,-6 3-2-15,6-3 1 0,-4 2 0 16,-2 1 0-16,0-2-1 16,2 1 1-16,-8 1 0 15,1 0 0-15,3-3-1 16,2 5 0-16,-8-3 4 16,5 2-3-16,-3 0 0 15,0-1 2-15,8-2 1 16,0-1-1-16,2 0-2 15,2 3-1-15,-2-3 0 16,-2 0 0-16,2 0 1 16,4 0 0-16,2 0-1 15,4 0 1-15,-1-7-1 0,3 1 0 16,3 2 1 0,-7-1-1-16,9-1 2 0,-1 1-1 15,-1 2 1-15,1-1-2 16,3 2 0-16,-1-1 1 15,5 1-1-15,-6-1-1 16,-1-3 0-16,-5 5 1 16,3 0 1-16,-2 1 3 15,1 0-3-15,1-2 0 16,-3 1 2-16,-5 0-3 16,4 1 1-16,-6 0-1 15,1 0 3-15,-1 0-3 16,-4 0 1-16,0 0 0 15,8 0-1-15,-6 0 2 16,2 0-2-16,-2 0 3 0,-6 0-6 16,0 0 5-16,-2 0-2 15,0 0 0-15,2 0 0 16,-9 0-1-16,1 0 2 16,-1-2-1-16,-1-2 0 15,-1 1 1-15,3-4-1 16,-4 4 2-16,-1-3 1 15,7 3-2-15,-9-1 0 16,5 1 3-16,-3 0-4 16,-4 1 0-16,3-1 1 15,-3 1-1-15,7-1 0 16,-5 0 0-16,5 0 5 0,-3 0-4 16,3 0 0-16,-7-1 1 15,3-3-2-15,-7 0 2 16,2 0 1-16,-2 0 5 15,0 0-4-15,-1-1 0 16,-3 4-1-16,6-3 2 16,-6 0-5-16,-2 3 2 15,-2 1-2-15,-4 1 1 16,-7 2-1-16,-5 0 0 16,-3 0-2-16,-4 0 2 15,-4 0 0-15,2 0 1 16,1 0-1-16,1 0 0 15,0 0-1-15,-4 0-6 0,4 0 1 16,-2 0 0 0,-4 0-1-16,0 0-7 0,2 0-5 15,-2 0-3-15,0 0-15 16,0 0-24-16,0 0-55 16,0 0-99-16,-2 6-68 15</inkml:trace>
  <inkml:trace contextRef="#ctx0" brushRef="#br0" timeOffset="148036.57">1000 14732 153 0,'0'0'151'0,"0"0"-148"15,0 0 20-15,0 0 5 16,0 0-5-16,0 0 3 0,0 0-1 16,17-1 10-16,-17 1-14 15,0 0 22-15,0-2 27 16,0 2 7-16,0-2-8 15,0 2 2-15,0 0-12 16,0 0-21-16,0 0-16 16,2 0-6-16,4 0-2 15,0 0 11-15,5-2 12 16,1 0-24-16,3-1 0 16,1 2-7-16,3-2 3 15,-1 0 1-15,1 1-5 16,0-1-2-16,3 0-2 15,-3 0-1-15,4 2 1 16,-3-1-1-16,3 2 3 16,2 0-1-16,0 0-2 0,0 0 0 15,10-4 0-15,2-3 1 16,-2 3 0-16,0-5-1 16,2 2 1-16,-6-1-1 15,0 0 2-15,0 5-2 16,0 0 1-16,3 0-2 15,-8 3-1-15,5-1 1 16,-4 0-2-16,-2 1 2 16,-4 0 1-16,-3 0 0 15,-1 0-5-15,-5 0 3 16,5 0 2-16,-3 0 9 16,3 0-8-16,1 0 1 0,-1 0 6 15,-3 5-8-15,3-2 0 16,-3 0 5-16,5 1 0 15,0-3 1-15,3 1 2 16,-3-2-7-16,4 0-1 16,-3 0 2-16,3 0-1 15,0 0 4-15,-5 0-1 16,3 0-2-16,2 0-1 16,-5 0 0-16,1 0 1 15,0 0-1-15,-3 0-1 16,3 0 2-16,4 0-1 15,-5 0 11-15,3 0-7 16,2 0-5-16,-5 0-1 0,1 0 1 16,-1 0 2-16,1 0-2 15,6 0 0-15,2 0 0 16,-3 0 4-16,3 0 1 16,2 0-5-16,-4 0 1 15,4-2 0-15,0 1 0 16,-2 1 0-16,2-2 2 15,-2 2 1-15,2 0-4 16,-5 0 1-16,7 0-2 16,-2 0 3-16,2 0-1 15,0 0 0-15,5 0 10 16,1 0-11-16,-2 0-1 0,0 0-2 16,-4 0 3-16,6 0 2 15,-6 0 9-15,6 0-11 16,-3 0-1-16,-1 2 1 15,4-2 1-15,2 0-1 16,4 0 14-16,-1 0-12 16,-3 0-1-16,7 0-2 15,-3 0 2-15,-2 0 7 16,3 0-8-16,-7 0-2 16,6 0 2-16,1 0 4 15,1 0 2-15,5 1-4 16,-3 1-2-16,3-2 1 15,-2 0 6-15,-1 0-6 16,3 0 0-16,10 0 0 16,-2 1 7-16,1 2-7 0,1-3-1 15,-6 3 0-15,2 0 1 16,-2 1-1-16,-1-3-2 16,7-1 2-16,-2 0 4 15,6 0-3-15,-2 0-1 16,-2 0 3-16,-4 0-3 15,-2 0 1-15,2 0-1 16,-3 1 2-16,-3 1-2 16,4-1 6-16,-5 1-5 15,-1-2-1-15,2 0 0 16,3 0 0-16,-1 0 0 16,4 0 0-16,-2 0 2 0,-3 0-1 15,1 0-2-15,-7 2-1 16,1-1 1-16,-3-1 1 15,1 1 0-15,3-1-2 16,1 0 2-16,1 0 1 16,-1 0 0-16,-3 0-1 15,3 0 0-15,-1 0 0 16,-3 0-1-16,3 0 0 16,-3 0 1-16,-1 0 1 15,9 0 1-15,-9 0-2 16,5 0 0-16,-3 0 0 15,3 0 2-15,-1 0-2 16,3 0 0-16,4 0 1 0,0 0-1 16,-1 0 0-1,-1 2-2-15,0 0 1 0,-7 4 1 16,1-3-1-16,3 1 0 16,-1-1 1-16,3-2 0 15,1-1 0-15,4 0 1 16,-6 0-2-16,3 0 2 15,-5 0-2-15,-1 0 2 16,-1 0-2-16,-1 0 1 16,-1 0 0-16,-1 0 1 15,1 0 1-15,1 0-1 16,-8 0-1-16,0 0-1 16,5 0 1-16,-3 0 0 0,9 0-2 15,-5 0 2-15,3 0 1 16,-1-1-1-16,0-1 0 15,-1 1-5-15,-1-1 5 16,5 0 0-16,-1 0 0 16,-1 1 0-16,8-2 2 15,-5 0-2-15,5 2 0 16,-4 1-4-16,1 0 4 16,3 0 0-16,-4 0 0 15,3 0 0-15,-1 0 0 16,2 0 1-16,-1 0 0 15,3 0-1-15,-2 0 2 16,0 0 1-16,0 0-2 16,3 0-1-16,8 0 0 0,-3 0 1 15,0 0-1-15,-3 0-4 16,1 0 4-16,-4 0-1 16,2 0 1-16,-2 0 0 15,6 0 1-15,-2 0-1 16,0 0 0-16,-4 0 0 15,4-3 0-15,0 3 0 16,-1-2 1-16,1 2-1 16,-4-2 2-16,0 2 0 15,4 0-1-15,0 0 0 16,-4 0 0-16,4-2-1 16,2 1-1-16,-2 1 1 0,4-2 0 15,-8 1-1-15,-3 0 0 16,3 1 1-16,-2 0 0 15,0 0 2-15,1 0-2 16,-5 0-3-16,4 0 3 16,-5 0 0-16,1 0 1 15,-2 0-1-15,-5 0 0 16,4 0 4-16,1 0-4 16,-7 0 1-16,3 0-1 15,-3 0 0-15,-4 0 1 16,1 0-1-16,-1 0 0 15,0 0-1-15,4 0 2 16,3 0 0-16,1 0-1 0,-1 0-1 16,-3 0 0-1,-2 0-1-15,-4-4 1 0,3 3 1 16,-1-1 0-16,-2-1-1 16,6 3 0-16,1-3 1 15,1 0-1-15,5 0 1 16,-3-2 0-16,3-1 5 15,-1 1-5-15,3-1-2 16,6 0 2-16,-3-2-1 16,3 2 1-16,2 1 1 15,2-3 2-15,-2 3-3 16,6 1 0-16,2 1 1 0,4-1 0 16,3-3-1-1,3 4-1-15,-3-3 1 0,-1 3-1 16,-4 0-1-16,0-2 2 15,5 0 0-15,-3 4 1 16,-2-2-4-16,0 1 6 16,-2 1-3-16,1 1 0 15,-1 0 0-15,0 0-1 16,-4 0 1-16,-2 0 1 16,0 0-1-16,-4 6 2 15,4 1-2-15,-7 0 0 16,3-2 0-16,-2-1 0 15,-9 2 0-15,3 1 0 16,-7-3 0-16,3-1 1 16,-3 1-1-16,0 0 2 0,3-3-1 15,-1 4 1-15,-1-3 1 16,-1-1-3-16,-4 0 0 16,-4-1 1-16,6 0-1 15,-6 0 0-15,3 0 1 16,-5 0 3-16,0 0-4 15,-2 0 1-15,-5 0-1 16,-1 0 0-16,-4 0-1 16,-7 0 1-16,-2 0-1 15,-3 0-6-15,-5 0 2 16,-2 0-3-16,0 0-4 16,-2 0-11-16,-21-4-63 0,-6-7-195 15,-10 2-149 1</inkml:trace>
  <inkml:trace contextRef="#ctx0" brushRef="#br0" timeOffset="151809.81">1060 15727 181 0,'0'0'158'16,"0"0"-103"-16,0 0 5 16,0 0 13-16,0 0-7 15,0 0-13-15,0 0 5 16,0 0-4-16,0 0-6 15,0 0-14-15,0 0-10 16,9 0 8-16,-3 0 1 16,4 0-10-16,-1 0-9 15,3 0 5-15,4 0-6 16,3 0 1-16,0 0 6 0,3 0-8 16,1 0-5-1,2 0-5-15,2 0 7 0,2 0-2 16,0-3 0-16,-2 0 1 15,2 2 1-15,-1 0-6 16,-3 1-1-16,-4 0-2 16,2 0 2-16,-5 0-1 15,5 0 0-15,-4 0 1 16,5 1-1-16,-1 0-1 16,2 2 6-16,0-3-5 15,0 1 0-15,4-1 7 16,-3 0-2-16,5 0-5 15,2 0-1-15,1 2 7 16,-3-1-7-16,-3 3 0 16,8-3-1-16,-5 1 1 0,4-1 0 15,2-1 1-15,0 0-1 16,5 0 1-16,1 0 1 16,-2 0 3-16,5 0-1 15,-5-4-1-15,0 0 0 16,1 1-3-16,-5 2 1 15,0 1-1-15,-2 0 2 16,-2 0-2-16,7 0 0 16,-7 0 4-16,6 0-4 15,0 0 0-15,5 0 3 16,1 0 22-16,-1-2-16 16,-3 1-7-16,-2 0-1 0,7 1 2 15,-7-1-3-15,9 1-1 16,1 0 1-16,3 0 5 15,-7 0-4-15,-3 0 3 16,-1 0-4-16,-6 0 0 16,2 0-2-16,1 0 2 15,3 0 0-15,2 0 0 16,1 0 5-16,-3 0-3 16,0 0-2-16,-3 0 0 15,-1 0 2-15,0-2-4 16,0 0 4-16,-2-1-1 15,9 2 4-15,-3-1-3 16,-4 1 0-16,5 1-1 0,-5 0 0 16,0-1 0-16,4 1-1 15,-3 0 1-15,3-3 6 16,0 3-7-16,-1 0 0 16,1 0 3-16,2 0-3 15,5 0 2-15,-5 0-1 16,5 0 0-16,-7 0-1 15,1 0 0-15,-3 0 0 16,0 3 0-16,0-3 0 16,5 1 3-16,3 0-2 15,1 2 0-15,-1-2-1 16,1 1 1-16,-3-2 0 16,7 0-1-16,0 0 0 0,1 0 3 15,1 0-1-15,-4 0-3 16,6 2 2-16,2-2 3 15,-3 2 0-15,5-1-2 16,0 0-1-16,2-1-1 16,6 0 2-16,3 0-2 15,-3 0 0-15,2 0 2 16,-6 0-2-16,7 0-1 16,-3 0 1-16,2-1 1 15,0 0 0-15,1 1-1 16,-3 0 2-16,2-2-1 15,-6 2 1-15,9 0-2 16,-3 0 1-16,2 0 2 16,-1 0 1-16,7 0-4 0,-1 0 1 15,3 2 2-15,-3 0-3 16,1 1 0-16,1 1-1 16,-5-2 1-16,7 0 1 15,-3 2 3-15,5-1-4 16,-2 1 2-16,1 0-1 15,3-2 0-15,0 1 0 16,-5-3 4-16,11 1-4 16,2-1 1-16,-2 0 0 15,4 0-2-15,-4 0-1 0,0 0 1 16,0 0 0 0,0 0 2-16,-4 0-1 0,2 3-1 15,2-2 0-15,-4 4 1 16,-2-1 1-16,3-1-1 15,3 1 0-15,0 0 0 16,2 0-1-16,2-1-1 16,-4 1 0-16,0 0 1 15,0-2 2-15,2 0-2 16,-2 0 0-16,4 2 3 16,-4-3 0-16,0 1 2 15,2-1-1-15,2 2-3 16,3-1 1-16,1-1-1 15,2-1-1-15,-8 2-1 0,8-1-1 16,-10 1 2-16,2-2 0 16,-2 0 0-16,0 1 0 15,-2 3 0-15,-2-3 0 16,-2 4 3-16,-1-3-1 16,-1-1-1-16,4 5 0 15,-2-4-1-15,-3 2-1 16,-3 0-1-16,-9 0 2 15,3-1-1-15,3 0 2 16,-4 0-1-16,1 0 0 16,-5 0 1-16,-2 0-3 15,0 1 2-15,2-2 0 16,-1-1 4-16,-1 2-3 0,0 0-1 16,-2-1-1-1,0 0 1-15,8 0 4 0,-3 0-4 16,3 0 0-16,0-2-2 15,-3 0-2-15,1 0 4 16,0 0 0-16,0 0 1 16,5 0-1-16,-3 0 1 15,-4 0-2-15,-2 0 0 16,5 0 1-16,-5 0 3 16,-8 0 0-16,8 0-3 15,-6 0 0-15,0 0-2 16,2 0 2-16,-2 0 3 15,0-2-3-15,-4 0 0 0,-9 0 0 16,3 0 0 0,-7 1-4-16,-4 1 3 0,-1 0 1 15,3 0 0-15,-8 0 0 16,8 0 4-16,-3 0-4 16,-3-1 0-16,-10 1-3 15,3 0 2-15,-9 0 1 16,-7 0 0-16,1 0 1 15,-7 0-1-15,-4 0 1 16,2 0-1-16,-4 0 0 16,0 0 0-16,0 0 2 15,0 0-2-15,0 0 3 16,0 0 1-16,0 0-2 16,0 0-1-16,0 0-1 0,0 0-10 15,-12 0-36-15,-5-3-79 16,-3 3-144-16,-11 0-256 15</inkml:trace>
  <inkml:trace contextRef="#ctx0" brushRef="#br0" timeOffset="157823.24">1094 16832 155 0,'0'0'20'0,"0"0"-3"16,0 0-17-16,0 0-7 15,0 0-10-15,0 0 17 16,0 0 14-16,0-1-4 16,0 0-3-16,0-1 12 15,0 1-19-15,0 1-10 16,0-2-3-16,0 2 12 0,0 0-1 15,0 0 1-15,0 0 1 16,0 0 16 0,0 0-4-16,0 0 2 0,0 0 1 15,0 0 16-15,0 0 5 16,0 0-14-16,0 0 5 16,0 0 1-16,0 0-1 15,0 0 2-15,0 0 2 16,0 0-4-16,0 0 14 15,0 0 8-15,0 0 6 16,0 0 0-16,0 0-9 16,0 0-10-16,0 0 2 15,0 0 0-15,0 0-1 16,0 0 0-16,0 0-1 16,0 0-3-16,0 0-5 0,0 0-4 15,0 0-7-15,0 0-3 16,0 0-6-16,0 0 1 15,0 0 0-15,4 0 5 16,2 0 8-16,4 0-5 16,-2 0-4-16,3 0-7 15,1 0 3-15,1 0-3 16,-1 0-1-16,2 0-3 16,-1-1 3-16,3 1-3 15,-3-2 6-15,10 2-2 16,-5-1-3-16,3-1 2 15,2 2-4-15,1-3 6 16,1 1-7-16,2-1 4 0,-2 2-3 16,0-1 3-16,-1-3 0 15,5 2-2-15,-4 0-1 16,2 0 0-16,-4 3 13 16,2-2-11-16,4 2-3 15,-5 0 0-15,5 0 4 16,2 0-3-16,2 0 1 15,7 0-1-15,-1 0-1 16,0 0 0-16,-2 0 2 16,1 0-2-16,-3 0 0 15,-2 0 5-15,2 0-4 16,0 0-1-16,-2-1 0 0,2-1-2 16,0-1 2-16,-4 3 0 15,5 0 2-15,-10 0-2 16,3 0 1-16,0 0-2 15,-4 0 0-15,0 0 1 16,0 0 2-16,-2 0-2 16,-3 0 0-16,3 0 0 15,-4 0 0-15,-1 0 0 16,-1 0 0-16,-3 0 0 16,5 0 0-16,3 0 5 15,1 0-4-15,-2 0-1 16,4 0-1-16,0 0 1 0,1-1 0 15,-1-4 0-15,2 3 0 16,-4 0 1 0,0-3-1-16,3 2 1 0,-1 1-1 15,8 1 8-15,-2 0-8 16,-6 1-1-16,4 0 1 16,2 0 0-16,-4 0 0 15,6 0-2-15,0 0 1 16,-2 0 1-16,4 0 0 15,-4 0 1-15,6 0-1 16,-1 0 0-16,1 0 0 16,4-5 0-16,3 3 7 15,3-3-7-15,-6 2 1 16,7-2 0-16,-3 1-1 16,3 0 1-16,2 2-1 0,-9 2 0 15,6 0 0-15,-3 0 0 16,3 0 0-16,3 0 1 15,0 0 0-15,1 0 2 16,-1 0-2-16,0 0-1 16,3 0 0-16,3 0 0 15,4 0 2-15,2 0-1 16,-2 0 0-16,-2-3 0 16,0 1-2-16,0-2 1 15,-3 2-1-15,5-1-2 16,0 2 3-16,2-2 0 15,-2 2 0-15,0 1 0 16,-4 0 1-16,0 0-1 0,0 0 0 16,2 0 0-16,-3 0 3 15,-1 0-3-15,0 0 0 16,-2 0 2-16,1 1-2 16,7 2 0-16,0 1 1 15,0-2-1-15,0 2 0 16,-4 0-2-16,0 0 3 15,-7 0-4-15,11 2 3 16,-6-3 0-16,2 2 0 16,4-1 1-16,-6 1-4 15,1 0 3-15,3 0 0 16,-6-1 3-16,2 0-2 0,1 0-2 16,-1 1 3-16,4-1-4 15,-2 1 3-15,0-2-1 16,-3 3 0-16,7-2 0 15,2 1 1-15,-2-1 1 16,7-1-1-16,-5 2-1 16,-3-3 0-16,1 3-5 15,2 0 5-15,0-5 0 16,3 3 3-16,1-2-3 16,-4 2 0-16,4 1 0 15,-4-4 0-15,2 0 0 16,4 0 1-16,-2 0 0 0,3 0 1 15,1 0-2 1,0 0 0-16,0 0 0 0,9 0 4 16,-5 0-4-16,-1 0 0 15,-1 0 0-15,-6 0-1 16,9 0-2-16,-5 0 3 16,0 0 1-16,2 0 0 15,1-5-1-15,-1 2 1 16,1 0 1-16,-5-2 0 15,4 4-2-15,-6-1 0 16,2 0 0-16,-1 1 4 16,3 1-4-16,2-1 0 15,-4 1 0-15,1-2 0 16,-3 1 0-16,0-1 1 16,2 1-1-16,-4-1 0 0,4 1-2 15,-1 1 4-15,-5 0-4 16,4 0 2-16,-2 0 0 15,-6 0 3-15,2 0-3 16,4 0 2-16,-6 0-2 16,6 0 0-16,-4 1 3 15,-2 1-2-15,8-2-1 16,0 1 1-16,0-1-1 16,-4 0 2-16,4 0-1 15,-4 0-1-15,4 0 0 16,0 0 0-16,1 0 0 15,-1 0 0-15,-4 0 0 16,4 0 0-16,-4 0 1 0,2 0 1 16,-2 0 0-16,0 0-2 15,2 0 1-15,-4 0 0 16,-2 0 4-16,6 0-4 16,2 0 1-16,-2 0-2 15,0 0 1-15,-4 0-1 16,-4 0-1-16,4 0-3 15,0 0 4-15,2 0 1 16,4 0 1-16,-4 0-2 16,4-3 0-16,-4 2-1 15,2-2 0-15,-2 1 2 16,0 0 2-16,-2-1-3 0,2 2 1 16,-2 1-1-1,4-1 0-15,-2 1 0 0,5 0 0 16,-1 0 0-16,0 0 1 15,-4 0-1-15,-2 0 0 16,0 0-5-16,4 0 5 16,0 0 0-16,-2 0 2 15,0 2-2-15,2-2 2 16,-2 0-1-16,-2 2-1 16,-4-2 1-16,4 1 3 15,0 1-4-15,-4 0 0 16,-3-1 2-16,-3 1-2 0,2-1 0 15,-1 1 2-15,3-2-3 16,2 0 2-16,-5 0-1 16,-1 0 3-16,-2 0-3 15,-9 0-6-15,0 0 6 16,-2 0 1-16,1 0-1 16,-3 0 1-16,-4 0-1 15,0 0 0-15,-2 0 1 16,-9 0-1-16,3 0 0 15,-6 0 2-15,-5 0-1 16,-4 0 0-16,-4 0-1 16,-1 0-1-16,-3 0 1 15,0 0-1-15,4 0 2 16,-4 0-2-16,0 0 1 16,0 0-2-16,0 0 0 0,0 0 1 15,0 0-5-15,0 0-17 16,0 0-26-16,0 0-27 15,0 0-115-15,-17-5-438 16</inkml:trace>
  <inkml:trace contextRef="#ctx0" brushRef="#br0" timeOffset="161514.31">2208 11813 38 0,'0'0'286'0,"0"0"-201"16,0 0-9-16,0 0-17 16,0 0-16-16,0 0 9 15,0 0 3-15,0 0-11 16,0 3 3-16,0 7-32 16,0-3-1-16,0 4-3 0,0-1 4 15,0 2-5-15,0 0-4 16,0-3 0-16,-4 3 3 15,4-5 8-15,-3 4-9 16,-1 1-7-16,4-2 8 16,-2 4-7-16,2-1-1 15,-4-2-1-15,4 3-2 16,0 1 2-16,-2 1 0 16,2-2-1-16,0 1 1 15,0-1-5-15,-4-1 5 16,4 2 0-16,-2 1 0 15,2 1 0-15,-4-2-1 0,4 0 1 16,0 5 0-16,-2-5-3 16,-2 2 3-16,4 0 2 15,-3-2-2-15,3 0 0 16,-4 2 1-16,2-4-1 16,2 3 0-16,-4-3 0 15,4 3 0-15,0 2 0 16,0-4 0-16,0 6 0 15,0-2 0-15,-2 3-3 16,2-1 3-16,0 0 3 16,0 0-3-16,0 3 1 15,0-3-1-15,0 5 0 16,0-3 2-16,0 1-3 0,0 1 1 16,0 0 0-1,0-2 3-15,0 3-3 0,0-2 0 16,0-1 1-16,0 0-2 15,0 1-2-15,0 1 3 16,0-1 0-16,0 1 1 16,0 4-1-16,0-5 0 15,0 1 4-15,0 3-8 16,0 0 4-16,0 0 0 16,0 1 2-16,0-2-2 15,0 1 0-15,0 1 0 16,2-1 0-16,-2 2 0 15,0-4 2-15,0 3-2 16,0 0 0-16,0-3-2 0,4 1 2 16,-2 1 0-16,-2-1 0 15,4 2 0-15,-4 1 0 16,3-2 2-16,-3 2-2 16,4-1-4-16,-2 3 2 15,2 2 2-15,-4-3 5 16,0-2-5-16,2 2 1 15,-2-3 2-15,0 3 4 16,0 2-2-16,0-4-2 16,4 0-2-16,-4 1 1 15,0-3-1-15,0 3-1 16,0 2 0-16,0-1-1 16,0 2 1-16,0 4 10 0,0-2-10 15,0 2 2-15,0 1 0 16,0-8 1-16,0 4 0 15,0 3-2-15,0-5 1 16,0 2 5-16,0-1 9 16,0-3-9-16,-4 1-6 15,4 1 1-15,-2 3 3 16,2-3-5-16,-4 2 0 16,2 1 5-16,-2 0-2 15,4-5 6-15,0 7-1 0,-3-2-5 16,3-3-2-1,0 4 2-15,-6-3 0 0,2 5 0 16,-2 3-2-16,-2 2 5 16,1 0-3-16,-3 1 4 15,4-1 16-15,0-3-16 16,-5 2-3-16,9-2-1 16,-2-5-3-16,-2 1 1 15,4-3-1-15,-2-1 0 16,2 0 1-16,-4-1-1 15,-1 3 0-15,1-2-2 16,-4 2 5-16,4-2-2 16,-1-2 4-16,1-1-1 15,0 0-4-15,2 6 0 16,-2 2-1-16,-1-1-2 0,1 7 0 16,0-4 3-1,-2 1 0-15,2 3-1 0,-1-3 1 16,-3-5 0-16,2-3 1 15,2-6 11-15,1-10-12 16,3 2 0-16,2 1-1 16,0 0-2-16,0 3 3 15,0 4 2-15,-4 6 0 16,-2 6-2-16,4 3 0 16,-8 2 4-16,-1-3 8 15,5 4 0-15,-2-1-4 16,-3-3 13-16,5-3-13 0,0-4 2 15,0-11 13 1,4 3-22-16,-2-1 6 0,4-1-6 16,-2 6-1-16,-3 1 0 15,3 1 2-15,-2 2-2 16,-2-2 0-16,4-2 3 16,-6-2 7-16,6-5-1 15,-2-4-9-15,1-2 2 16,3-3-2-16,0-1 1 15,0-2-1-15,0 0 3 16,0-2-6-16,0 2 2 16,0 0-1-16,0 2 1 15,-4-3-14-15,2 2-17 0,-2-7-21 16,-4-3-128 0,-5-2-354-16</inkml:trace>
  <inkml:trace contextRef="#ctx0" brushRef="#br0" timeOffset="163515.75">4269 11858 224 0,'0'0'112'0,"0"0"-18"16,0 0 17-16,0 0-22 16,0 0-19-16,0 0-26 15,0 0-17-15,-17-9 4 16,17 9 6-16,0 0-3 15,0 0 15-15,0 0-1 0,0 0-16 16,0 0-12-16,0 0-7 16,0 0-8-16,0 2-4 15,0 5 14-15,0 7-7 16,0 1-1-16,0 1-4 16,0 3-3-16,0 2 1 15,0 3 2-15,0 5-3 16,0 4 0-16,0 7 1 15,4 3-1-15,-4 2-1 16,0 2-1-16,0-1 2 16,0-1 2-16,0-3 0 15,0 0-2-15,0 0 4 16,0-5-4-16,2 5 0 16,-2-1-2-16,0 2 2 15,0 1 0-15,4 2-1 0,-4-1 2 16,0-2-1-16,0 2 1 15,0-2-1-15,0 2 2 16,0-2-2-16,0-1 2 16,0-1 0-16,0 1-1 15,0-2-1-15,0 5 0 16,0 3 3-16,0-3-3 16,0 6-5-16,0-4 5 15,-4 0 0-15,-2-1 0 16,4-4 5-16,-6 2-5 0,2-3 1 15,3-1-1 1,-1 4 0-16,2 6 0 0,-4-4-7 16,6 5 5-16,-4 1-4 15,2-2 1-15,-4 2 5 16,2-1 1-16,-3-3 0 16,5-3 7-16,2-6-5 15,-4-1-3-15,2-1 0 16,-2 1-2-16,-4 7 1 15,1-2 0-15,-3 5-6 16,-2 0 4-16,6-1 3 16,-1-2 0-16,1-4 0 15,2-1 0-15,2 1-1 16,-2-4 3-16,2 4-3 16,-2 1 1-16,-3-2 0 0,5 0 0 15,-8 5 0-15,2-6 2 16,-3-2-1-16,3 0-1 15,2-5-2-15,-2 3 1 16,1 8 0-16,1-2 1 16,0 1 0-16,4 1-2 15,-2-6 2-15,2-2 1 16,-4-1 0-16,-1 0 0 16,3 0-1-16,-2-3-3 15,0 6 3-15,0 2 0 16,-1 1-2-16,-1 7 2 15,2-1 1-15,-2-1 0 0,1 0-1 16,1-1 1-16,0-7-1 16,0-3-1-16,4-1 1 15,-4 1 2-15,1 0-1 16,3 3 0-16,-4-1 0 16,2-3 7-16,2 2-8 15,-4-1 1-15,2-5-2 16,2-2 1-16,-3-6-3 15,5 2 3-15,0-3 0 16,0 7 0-16,-2 1-2 16,-4 0 5-16,0 2-5 15,2-3 4-15,0 4-2 16,2 2 0-16,-5 0 0 0,1 1-1 16,2 0 1-1,-4-2 1-15,4 4 0 0,-2 1 1 16,-3 5-1-16,5-10 1 15,-2-4 7-15,6-5-7 16,-2-5-2-16,2-9 0 16,0-4 0-16,0-5 0 15,-4 0-16-15,2-3-60 16,-5-14-40-16,1-8-136 16,-4 0-241-16</inkml:trace>
  <inkml:trace contextRef="#ctx0" brushRef="#br0" timeOffset="165424.06">6456 11841 288 0,'0'0'37'0,"0"0"2"15,0 0-20-15,0 0-10 16,0 0 5-16,0 0 23 16,0 51 16-16,0-44 18 0,0-2 5 15,0 2-27-15,0 2-30 16,0 0-4-16,0 5-3 15,0 2 5-15,0 2-4 16,-2 7 6-16,-3 1-13 16,3-1 6-16,-2 3 11 15,-4 3-6-15,4 4 4 16,-2 0 3-16,-3 3-8 16,3 3-10-16,2 4-1 15,-2 4-3-15,0 3 0 0,4 2-2 16,-5 6 3-1,1-5-3-15,0 2 1 0,-2 0-1 16,-1-3 7-16,3 1-2 16,-4 5 37-16,2 4-39 15,1 1 12-15,-3 0-14 16,4 3-1-16,0-1-3 16,-1-2 2-16,1-4 1 15,-2-6 1-15,0-3 5 16,-1-1 10-16,3-4-11 15,0 1 1-15,2 0-6 16,-2-1-1-16,4 5-5 16,2-4 4-16,-4 3-4 15,1 2 3-15,-1 1 1 16,2 6-1-16,-4 1 3 0,2 0 0 16,-2-1 3-1,4-3-1-15,-5 0 3 0,1 1-3 16,6-2-2-16,-4-8 1 15,2 2-1-15,2-7 0 16,-4 1-1-16,2 4-4 16,2-5 3-16,-4 4 4 15,-3 1-5-15,3 4 3 16,2 1-2-16,-4 2-10 16,-4-4 9-16,8 1-4 15,-9-3 6-15,5 1 0 16,-2-6-2-16,4 0 6 0,-2 1-1 15,6-8-2 1,-3 5-13-16,3 3 12 0,0 0-6 16,-4 4-33-16,2 6 26 15,-2-2 13-15,-2-1-44 16,0 1 45-16,2-7 1 16,-3 4 0-16,5-3-2 15,-2-1 0-15,2 2 1 16,-4-6 1-16,2-3-1 15,2 4-12-15,-2-9 10 16,4 1 2-16,-2 1-9 16,2 2 9-16,0 4 4 15,-5 4-4-15,3 1 0 0,-2-1 0 16,2-1 1 0,2-6-1-16,-6 3-8 0,6-8 8 15,-4 0 0-15,2-1-19 16,2-1 19-16,-4-2 0 15,4 1 0-15,0 0-1 16,0 1 1-16,0 2 0 16,0 2 3-16,0 3 4 15,0-2 6-15,0 1-10 16,0-3 6-16,0-10 0 16,0-5-9-16,-2-11-2 15,-3-9-38-15,-1-7-86 16,-2-29-251-16</inkml:trace>
  <inkml:trace contextRef="#ctx0" brushRef="#br0" timeOffset="167072.51">8903 11929 81 0,'0'0'211'0,"0"0"-143"15,0 0 37-15,0 0 10 16,0 0-10-16,0 0-23 15,0 0-10-15,-4 0 6 0,4 0 1 16,0 0-19-16,-2 3-28 16,-2 10-14-16,2 3-7 15,-2 7 0-15,1 2-8 16,3 9 3-16,-4 1-1 16,-2 8-4-16,6 4 0 15,0 4-1-15,-2 3 0 16,2 2-2-16,-4 3-1 15,2 1 1-15,2-3 2 16,0-2 0-16,-4 0 0 16,0-4-1-16,4 0 2 15,-2 0-3-15,-3 3 2 16,5 2-1-16,0 6 1 0,0-1 0 16,0 2 0-1,0-1-3-15,0 2 0 0,-2-1-4 16,-2-4 6-16,-2-2 1 15,-2-5 5-15,4-1-4 16,-3-4 1-16,1-1-2 16,-2-1 2-16,2 0 2 15,-5 1-4-15,3 2 4 16,2 2-3-16,0 2 0 16,-3 2-1-16,1 1 0 15,4 3 0-15,-2 2 2 16,-2-2-2-16,1 1 2 0,1-2-2 15,0 2 0 1,0 2 1-16,2 2-3 0,2-2 2 16,-3 0-6-16,3 0 6 15,2-2-5-15,0-3 4 16,0-2-2-16,0 4-3 16,0-8 5-16,0 2-15 15,0-5 14-15,0-3-5 16,0 3-5-16,-4 3 7 15,2-1 4-15,-2 4-2 16,2 3 3-16,2-3 0 16,-4 0-6-16,2 4 5 15,2-5 0-15,-4 3-8 0,4 1 6 16,0-3 2 0,0-5-5-16,-4-1 6 0,1-3 5 15,-1-1 7-15,4-2-11 16,-2 2 21-16,-2-1-19 15,-2 1-3-15,6-2-1 16,-6-2 1-16,4 1 1 16,-9 0-1-16,9 0 0 15,-4-2 3-15,0 0-3 16,6-4 1-16,-6 1 0 16,6-7 5-16,0 0-6 15,0 1 0-15,0-3-2 0,0 0-4 16,0 2-7-1,0 5 10-15,0 4-8 0,0 8 2 16,0 6-21-16,0-3 23 16,0 2-18-16,0-5-13 15,0-3 38-15,0-10 5 16,2-9-4-16,-2-7-1 16,0-4 0-16,4-5-8 15,-4-4-42-15,2 5-35 16,-2-8-37-16,0 0-14 15,0 0-3-15,0-24-229 16</inkml:trace>
  <inkml:trace contextRef="#ctx0" brushRef="#br0" timeOffset="168610.48">11098 11827 230 0,'0'0'101'0,"0"0"-11"15,0 0 31-15,0 0-18 16,0 0-15-16,0 0-23 15,-4-3-8-15,4 3 14 16,0 0-12-16,0 0-7 16,0 3-6-16,0 11-9 15,0 8 15-15,0 7-29 16,0 8-9-16,0 5-3 0,-2 3-6 16,-8 6-3-1,-1 3-1-15,3 2 0 0,2 3 0 16,-6 2-1-16,1 1 1 15,-1 4 0-15,-1 6 0 16,5-1-1-16,-2 0-1 16,8-1 1-16,-4 3 2 15,1 6-1-15,1-3 0 16,-2-1 0-16,4-6-1 16,-8-3 0-16,4-4 9 15,-3-4 0-15,-1-2 2 16,8-5-10-16,-4-4 1 0,6 1-1 15,0-4-1 1,0 4 0-16,0 3-6 0,0 4 0 16,0 2-9-16,0 0 11 15,0 3-5-15,0-2 0 16,0 5 9-16,-7-1-5 16,1 0 2-16,0-2 1 15,-4-2-2-15,4-1 3 16,-1 0-7-16,1 1 7 15,-4 1-10-15,8-3 2 16,-4 1 7-16,-1 0 1 16,3-2 1-16,-2 1 4 15,0 8-4-15,0-1-2 16,-1 2 2-16,1-1 2 16,0-5 2-16,0 0-3 0,4-2-2 15,-2-5-1-15,-1 3 2 16,5-4-2-16,-2-2-7 15,-2 6 8-15,2 3 0 16,-4 0-3-16,-4 1 4 16,-3-4 2-16,1-9-1 15,4-3 0-15,-3-4 1 16,5-1-2-16,-2 0-6 16,-1 3 6-16,3-1 0 15,-2 2-24-15,-2 1 20 0,1 2 0 16,-7-3-31-1,3 0 35-15,1-1 18 0,4-3-18 16,-3 5 5-16,5-6 5 16,2-1-10-16,-2-1 0 15,0-3-3-15,6-4 4 16,0 4-1-16,-2 4 0 16,2 3-1-16,-7 4 1 15,3 2-5-15,2 3 9 16,-2 0-8-16,2-10 3 15,2 0-4-15,0-17-5 16,0-9 10-16,0-10-6 16,0-2-71-16,-6-26-166 15,0-23-69-15</inkml:trace>
  <inkml:trace contextRef="#ctx0" brushRef="#br0" timeOffset="170496.66">13575 11943 25 0,'0'0'319'0,"0"0"-259"16,0 0 28-16,0 0-24 15,0 0-43-15,0 0 15 16,4-22-11-16,-4 22 0 15,0 0 16-15,0 0 17 16,0 0-1-16,0 0 16 16,0 0-6-16,0 0-11 15,0 8-16-15,0 6-2 16,0 3-20-16,0 0 8 16,0 8-9-16,0 1-5 15,0 3-9-15,0 4 4 16,-4 5-6-16,4-3 4 15,-2 7-4-15,-2 3-1 16,2 0 2-16,-3 0-2 0,-1 2 1 16,2-2 5-1,-2 1 2-15,4 0-1 0,-2 1-3 16,2 0 0-16,-5-1-4 16,7 2 2-16,-4-1-2 15,2 5-1-15,-2 4 1 16,2 0 0-16,-2 0 0 15,-2-3 3-15,4-4-5 16,-3-3 2-16,-1 2 0 16,4 1 2-16,-2 2-2 15,2 2-2-15,-2-2 2 0,2 2 0 16,-2-3 2-16,-3-1-2 16,3-1 2-16,-2-1-2 15,0 2 1-15,0 0-1 16,4-1 4-16,-5 1-5 15,1 1 2-15,2 1-1 16,2 0 2-16,-2 3-2 16,2-1 0-16,2-4 0 15,-4 1 0-15,-3-4 1 16,7 0-1-16,-2 2 0 16,-2 0 0-16,2 0 1 15,-2 0-1-15,-2-2 1 16,4-3-2-16,2 2 1 15,0-1 0-15,0 2 1 0,0 2 0 16,-4-1-2-16,2 0 2 16,-3 3-2-16,-1-4 1 15,0-3 0-15,0 6 0 16,-4-3 3-16,7 0-6 16,-1 5-1-16,2-3 3 15,-2 0 1-15,2-2-1 16,-4-1-10-16,-4 0 11 15,7-3 0-15,-7 6-15 16,2 1 15-16,-2-3 0 16,-1 0-17-16,-1 1 11 15,-1-4 6-15,1 1 0 16,-2 2-5-16,3-6 5 16,3-4 1-16,-2-5 0 0,5-3 13 15,-1-5-13-15,6 5-2 16,-2 2 0-16,-4 0 1 15,0 2-8-15,-5 4 0 16,3 5 8-16,-4 2 0 16,-1 5-10-16,1-3 10 15,0-2 18-15,-3-1-18 16,3-3-4-16,-1-4 4 16,7-9 0-16,0-4 2 15,0-1-2-15,6-5 0 16,0 0 5-16,0 5-10 15,0-5 9-15,0 3-4 16,0-3 0-16,0 2 0 0,0 0 0 16,0 1 0-16,0 2 0 15,0 0 1-15,0 0 0 16,0-2-1-16,0-3 3 16,0-1 1-16,0-3-3 15,0-2 3-15,0-1-4 16,0-3 1-16,0 2 2 15,0-2-3-15,0-3 0 16,0 2 0-16,0-5-16 16,0 2-30-16,0 6-47 15,0-1-54-15,0 4-103 16,0 1-9-16</inkml:trace>
  <inkml:trace contextRef="#ctx0" brushRef="#br1" timeOffset="177245.02">2846 12455 740 0,'0'0'84'0,"0"0"3"16,0 0 53-16,0 0-86 15,0 0-45-15,0 0 3 16,-2-8-6-16,15-3 20 15,9 5 1-15,-3 1-22 16,2 2-5-16,2 3-3 16,-1 0-41-16,-1 0-61 15,-5 5-169-15,-1-2-364 16</inkml:trace>
  <inkml:trace contextRef="#ctx0" brushRef="#br1" timeOffset="177746.12">3198 12231 481 0,'0'0'95'15,"0"0"7"-15,0 0 54 0,0 0-52 16,0 0-26-16,0 0-20 16,72 6-12-16,-53-4-12 15,4-2-19-15,-5 0-13 16,-5 0-2-16,-1 0 0 15,-6 0-8-15,-2 0-15 16,-4 0 2-16,0 0 11 16,0 8-5-16,0 4 10 15,-10 6 5-15,-2 5 4 16,-3 2 0-16,-1 1-1 16,3 0-3-16,1 8 0 0,-1 3 2 15,1 3 5-15,0 6 0 16,-1 3 4-16,3-8 1 15,-1-4 14-15,9-9-17 16,-2-14-9-16,4-4-8 16,0-9-32-16,0-1-101 15,0-2-88-15,0-15-40 16</inkml:trace>
  <inkml:trace contextRef="#ctx0" brushRef="#br1" timeOffset="177956.62">3159 12515 607 0,'0'0'139'0,"0"0"-52"16,0 0 22-16,0 0-34 16,0 0-2-16,0 0-28 15,80-1-20-15,-51 1-13 16,4 0-12-16,2 0-16 15,0 0-53-15,-1 0-156 16,-8 0-265-16</inkml:trace>
  <inkml:trace contextRef="#ctx0" brushRef="#br1" timeOffset="178457.48">3578 12380 211 0,'0'0'546'16,"0"0"-492"-16,0 0 95 16,0 0-52-16,0 0-66 15,0 0-2-15,-35-21-6 16,35 21-14-16,-2 0-9 15,-4 3-16-15,2 9 1 16,-5 5-15-16,3 3 15 0,0-1 1 16,-2 2-2-16,6-5-11 15,-2-4-8-15,4-3 7 16,0-3-16-16,0-4-14 16,0-2 29-16,10 0 1 15,6 0 20-15,3 0 8 16,0 0 2-16,-5-2 1 15,3 1-1-15,-1 1 14 16,-1 0 6-16,-3 0 12 16,-2 9 17-16,3 6-5 15,-7 1 10-15,0 3-7 16,-4 4-15-16,-2-2-3 16,0-1-11-16,0 3 4 0,-8-6-9 15,-2-2-4 1,-9-6-9-16,7-3-2 0,-7-6-13 15,2 0-40 1,-3-12-107-16,-3-18-155 0</inkml:trace>
  <inkml:trace contextRef="#ctx0" brushRef="#br1" timeOffset="178629.96">3562 12351 507 0,'0'0'200'16,"0"0"41"-16,0 0-90 0,95-5-83 16,-58 2-19-16,4 2-37 15,5-3-12-15,5 3-106 16,3 1-415-16</inkml:trace>
  <inkml:trace contextRef="#ctx0" brushRef="#br1" timeOffset="181082.89">9833 12473 540 0,'0'0'213'15,"0"0"-55"-15,0 0-29 16,0 0-99-16,0 0-20 16,0 0 46-16,0 0-29 15,54 24-4-15,-37-21-13 16,-5 1-4-16,2-2-6 0,5 1-26 15,2 2-52-15,-7-2-110 16,-1 3-293-16</inkml:trace>
  <inkml:trace contextRef="#ctx0" brushRef="#br1" timeOffset="181801.23">10249 12370 609 0,'0'0'93'15,"0"0"50"-15,0 0 1 16,0 0-87-16,0 0-17 16,0 0-21-16,-35-25-8 15,28 25-9-15,7 0-2 16,-6 6-13-16,0 11 11 16,-4 9 2-16,1 4 2 0,5-3 8 15,2-3-6-15,2-6 7 16,0-9-11-16,8-5-10 15,11-4-17-15,4-2-8 16,2-17 22-16,4-2-8 16,-5-2-8-16,-5 4-7 15,-5 3-1-15,-3 6 23 16,-7 5 11-16,-4 4 3 16,0 1 21-16,0 0-4 15,-6 0-1-15,-3 0-4 16,1 0-10-16,-2 6 11 15,2 5-4-15,3 4 17 0,3 2-8 16,-2 1-2 0,4 1-12-16,0 5 3 0,0 0-5 15,0 1 0-15,0 1-1 16,0-2 0-16,0 0 2 16,0-6 17-16,0-1-16 15,0-4 12-15,0-3 4 16,0-2-1-16,-6-5 10 15,-2 1-2-15,-5-2-4 16,-3-2-1-16,-3 0 2 16,-3 0-17-16,3-2-2 15,0-5-5-15,1-2 0 16,5 3-2-16,3 3-9 16,4 0 0-16,6 1-19 15,0 2-39-15,0 0-122 0,18 0-55 16,3-2-108-16</inkml:trace>
  <inkml:trace contextRef="#ctx0" brushRef="#br1" timeOffset="182371.23">10662 12376 500 0,'0'0'138'0,"0"0"5"16,0 0-23-16,0 0-73 16,0 0-11-16,0 0-24 15,-58 6-1-15,50 0 1 16,2 4-4-16,0 5-2 16,-5 5 4-16,3 7 2 15,2 5-2-15,-7 2 0 16,7 6 3-16,0-4-2 0,6-3 6 15,0-7-10-15,0-7-3 16,6-7-4-16,7-5-20 16,5-7-14-16,3 0 12 15,2 0 3-15,-7-9-7 16,-1-1 14-16,-9 1 4 16,-2-2 8-16,-4 1 1 15,0 1 40-15,0 0 10 16,-10 1 15-16,-5 7-15 15,-1 1-17-15,-7 0 0 16,4 0-23-16,5 3-11 16,-3 7-12-16,11 2-22 0,4 0-41 15,-4 0-132-15,6-3-297 16</inkml:trace>
  <inkml:trace contextRef="#ctx0" brushRef="#br1" timeOffset="183419.7">11896 12511 496 0,'0'0'112'0,"0"0"6"0,0 0 47 16,0 0-71-16,0 0-25 16,0 0-5-16,79 13-15 15,-56-13-12-15,-1 0-17 16,3 0-7-16,0 0-13 16,-2 0-8-16,4 0-64 15,-3 2-139-15,-5 5-308 16</inkml:trace>
  <inkml:trace contextRef="#ctx0" brushRef="#br1" timeOffset="184149.26">12463 12357 615 0,'0'0'51'0,"0"0"148"0,0 0-92 15,0 0-42 1,0 0-19-16,0 0-25 0,-35-30-18 15,24 30-3-15,3 10-5 16,-2 8 5-16,1 4 13 16,-1 5-6-16,4 1 6 15,0-2-1-15,6-5 4 16,0-6 3-16,0-7-19 16,6-5-11-16,10-3-7 15,3 0-23-15,2-13 31 16,-3-9 3-16,5 0-29 15,-7-1-7-15,-1 4-9 16,-5 4 17-16,-4 3 3 16,-6 7 19-16,0 1 13 0,0 4 12 15,0 0 16-15,-6 0 1 16,-4 0-14-16,4 4 11 16,-3 4 4-16,3 4-1 15,0-2-14-15,2 5-3 16,4-2-7-16,0 3 1 15,0 3-6-15,0 3 5 16,0 6-4-16,0 0 2 16,0 3-1-16,0 2 0 15,0-1 1-15,0-5-1 16,0-3 5-16,0-4-6 16,0-5 8-16,0-2-3 15,0-5 4-15,-8-6 9 0,-3-2-3 16,-1 0-4-16,-5 0-8 15,-1 0 3-15,-3-2 6 16,-2-9-13-16,5 1 7 16,5 6-7-16,3-2 0 15,4 3-4-15,6 2-13 16,0-3-62-16,0-2-84 16,10-1-73-16,5-5-407 15</inkml:trace>
  <inkml:trace contextRef="#ctx0" brushRef="#br1" timeOffset="184646.07">12839 12355 388 0,'0'0'233'0,"0"0"-144"15,0 0 74-15,0 0-65 16,0 0-26-16,0 0-15 16,0 0-26-16,-54-4-16 15,42 25-3-15,-5 3 1 16,3 7 0-16,-3 3-7 0,5 3 3 15,1 2-8-15,3-1 10 16,2-4-2-16,6-2 7 16,0-5-10-16,0-6-6 15,14-5 0-15,5-4-1 16,4-6 1-16,2-6-9 16,6 0 4-16,2-1-16 15,-2-16 21-15,0-1 7 16,-13 0-1-16,-5-4-3 15,-13-1 4-15,0 2-3 0,-6 5 6 16,-19 4 27 0,-10 7 3-16,-3 5-13 0,-5 0-14 15,2 16-13-15,5 3-2 16,10 0-25-16,3-4-53 16,-2-6-213-16</inkml:trace>
  <inkml:trace contextRef="#ctx0" brushRef="#br1" timeOffset="189025.96">1552 12330 806 0,'0'0'126'15,"0"0"8"-15,0 0 16 16,0 0-75-16,0 0-34 16,0 0-14-16,0 0-13 15,0 0-14-15,0 0-11 16,0 0-35-16,0 4-65 16,2 0-113-16,3 0-334 15</inkml:trace>
  <inkml:trace contextRef="#ctx0" brushRef="#br1" timeOffset="189721.44">1685 12322 506 0,'0'0'144'0,"0"0"-13"15,0 0 21-15,0 0-99 16,0 0-35-16,0 0 4 15,0-21-17-15,2 9-1 16,4-3 0-16,4-4-4 0,-1 1-9 16,1 1-29-16,-4-1-23 15,2 4-25-15,-3 3 20 16,-3 5 3-16,2 1 2 16,-4 5 61-16,0 0 5 15,0 0 13-15,0 0 7 16,0 0-18-16,0 0-3 15,0 0 4-15,0 0-4 16,0 0 23-16,0 5-22 16,0 4 4-16,-4 3 7 15,2 4 7-15,-3 3-3 16,3 3-3-16,-4 3 8 16,2 4 6-16,-2 0 6 15,-2 5 5-15,-3-4 13 16,5-1-18-16,4-10-13 0,-2-6-23 15,4-9-1-15,0-4-77 16,4 0-80-16,8-3-70 16,1-14-47-16</inkml:trace>
  <inkml:trace contextRef="#ctx0" brushRef="#br1" timeOffset="190218.67">1844 12237 293 0,'0'0'135'15,"0"0"-103"-15,0 0 102 16,0 0-19-16,0 0-38 15,0 0-11-15,-6-12-24 16,2 12-5-16,-3 4-7 16,1 11-13-16,0-1-3 15,0 6 6-15,0 6-3 16,-1 2 2-16,-1 3 1 0,8-1 8 16,0-8-1-1,0-4 1-15,0-8-24 0,6-5-4 16,13-5-8-16,-1 0-3 15,1-8-14-15,4-8 1 16,-5-4 11-16,-3-1-18 16,1 0-16-16,-7-1 15 15,-5 3 22-15,-4-1 1 16,0 3 9-16,-4 5 4 16,-9-1 5-16,-1 6 16 15,-3 2 4-15,3 2-2 16,1 0-15-16,1 1-12 15,2 0-25-15,6 2-31 16,1 0-55-16,3 0-130 0,0 0-54 16</inkml:trace>
  <inkml:trace contextRef="#ctx0" brushRef="#br1" timeOffset="190729.73">2036 12244 100 0,'0'0'302'0,"0"0"-285"16,0 0 75-16,0 0-10 15,0 0-26-15,0 0 11 16,-33 28-11-16,27-16-14 16,0 4 6-16,-1 1-1 15,-1 4-7-15,2 3-11 16,2 2 6-16,2-3 8 15,2-4-18-15,0-2-9 0,2-7 0 16,10-3-12 0,5-7-4-16,1 0-10 0,5 0 5 15,-2-9-19-15,2-3 13 16,-5 1 0-16,-5-2-7 16,-5-2-15-16,0 2 33 15,-6-2 4-15,-2-3 7 16,0 0-3-16,-6 0-3 15,-6 2 0-15,-7 3-5 16,0 6-22-16,-5 7-51 16,-3 0-68-16,0 17-140 15</inkml:trace>
  <inkml:trace contextRef="#ctx0" brushRef="#br1" timeOffset="206226.44">3804 13652 747 0,'0'0'36'0,"0"0"-30"16,0 0-12-16,0 0-178 16,0 0-333-16</inkml:trace>
  <inkml:trace contextRef="#ctx0" brushRef="#br1" timeOffset="206929.17">4798 13648 865 0,'0'0'0'16,"0"0"-22"-16,0 0 22 0,0 0-4 15,0 0-38-15,0 0-128 16,49 18-107-16</inkml:trace>
  <inkml:trace contextRef="#ctx0" brushRef="#br1" timeOffset="207198.12">5447 13617 834 0,'0'0'12'0,"0"0"-12"15,0 0 50-15,0 0-50 16,0 0-39-16,0 0-18 15,31-5-135-15,-15-1-193 16</inkml:trace>
  <inkml:trace contextRef="#ctx0" brushRef="#br1" timeOffset="207558.74">6927 13627 927 0,'0'0'0'16,"0"0"-33"-16,0 0 33 15,0 0 0-15,0 0-48 16,0 0-126-16,74 27-121 15</inkml:trace>
  <inkml:trace contextRef="#ctx0" brushRef="#br1" timeOffset="207888.86">7911 13627 869 0,'0'0'25'0,"0"0"-25"0,0 0-31 15,0 0 8-15,0 0 7 16,0 0-180-16,64 7-86 16</inkml:trace>
  <inkml:trace contextRef="#ctx0" brushRef="#br1" timeOffset="208065.13">8479 13677 703 0,'0'0'0'0,"0"0"-134"15,0 0 70-15,0 0-94 0</inkml:trace>
  <inkml:trace contextRef="#ctx0" brushRef="#br1" timeOffset="208437.89">10069 13556 929 0,'0'0'0'0,"0"0"0"0,0 0 0 15,0 0 0 1,0 0-1-16,0 0-126 0,54 15-130 15</inkml:trace>
  <inkml:trace contextRef="#ctx0" brushRef="#br1" timeOffset="208840.91">11433 13654 434 0,'0'0'0'16,"0"0"-130"-16,0 0-30 16</inkml:trace>
  <inkml:trace contextRef="#ctx0" brushRef="#br1" timeOffset="209027.91">11847 13594 512 0,'0'0'0'0,"0"0"-123"0,0 0 54 15</inkml:trace>
  <inkml:trace contextRef="#ctx0" brushRef="#br1" timeOffset="209217.43">12332 13609 630 0,'0'0'20'0,"0"0"4"0,0 0-18 15,0 0-6-15,0 0-101 16,0 0 46-16,40 12-176 16</inkml:trace>
  <inkml:trace contextRef="#ctx0" brushRef="#br3" timeOffset="-211857.15">990 14488 179 0,'0'0'192'15,"0"0"-111"-15,0 0 30 16,0 0 3-16,0 0-41 15,0 0-14-15,0 0 6 0,0 0-2 16,0 0-11 0,0 0-3-16,0 0-12 0,0 0-7 15,0 0-5-15,0 0-10 16,0 0-9-16,0-3-6 16,0-3-1-16,0-2 1 15,0-2 1-15,4-2 1 16,-4 1-2-16,6-3-2 15,-3 1 1-15,3-2-6 16,2 1 6-16,-2-2-3 16,0 3-4-16,1-1 3 15,-1 2 5-15,0-1 0 0,-4 1-3 16,8 1 3 0,-3-1 0-16,-1 1-6 0,0 3-6 15,0-1 1-15,0 1 7 16,1 3 0-16,-5 1-5 15,2 2 5-15,-2 2 1 16,2 0 0-16,-4 0-5 16,0 0 6-16,6 0-4 15,-6 0 4-15,4 2 0 16,-2 2-9-16,3 1 11 16,-3 4 0-16,2 0 15 15,-4 3-9-15,0 4 2 16,0 1 0-16,0 2 0 15,0 3 2-15,0 3-10 16,0-3 1-16,0 1 11 0,0-1-4 16,-4-5-6-16,2-4-1 15,-3-1 4-15,3-5-5 16,2-2-2-16,-4-2 2 16,4-3 1-16,0 0 1 15,0 0 0-15,0 0-2 16,0 0-3-16,0-3-5 15,0-7-17-15,0-10-19 16,0 0 39-16,0-5 0 16,6-2-1-16,5 2 4 15,-5 0-10-15,2 0 12 16,3 5 2-16,-3 2 0 0,2 4-2 16,-4 1 1-16,1 0-1 15,-1 1 4-15,0 2-3 16,0 1 5-16,0 2-5 15,-1-1 2-15,1 7 3 16,-4-2-4-16,2 3 2 16,-2 0-4-16,2 0 0 15,-2 0-2-15,4 0 5 16,-1 0 5-16,-3 3-6 16,4 6 19-16,-2 3-21 15,-2 2 17-15,2 2-14 16,-4 5-3-16,0-2 1 15,0 1 8-15,0 2-8 0,0-5 5 16,-6-2-4 0,0-4-1-16,2-3 2 0,-3-4-1 15,5 1 0-15,-2-5-2 16,4 0 0-16,-2 0-2 16,2 0 2-16,-4 0-15 15,2-3-1-15,2-8-6 16,0 0-6-16,0-5-4 15,0-2 6-15,0 1 11 16,0-2 6-16,6 1 9 16,0 4 1-16,1 0-1 15,-1 3 2-15,0-2-2 0,0 4 2 16,0-1-2 0,1 3 1-16,-5 5-1 0,4-2 0 15,2-2 2-15,-2 1 3 16,0 2-1-16,3 1 3 15,-3 1 3-15,4 1-4 16,-4 0 6-16,1 0-5 16,-1 0-4-16,0 0-1 15,2 0 7-15,-3 4 10 16,1 1-11-16,-4 0-2 16,2 2 1-16,0 0-3 15,-2 2 0-15,-2 0-2 16,0 1 1-16,0 2 7 15,0-1-6-15,0 1-4 16,0-3 2-16,0 3-2 0,0-2 1 16,0 2 0-16,-2 0 2 15,-2 0-2-15,-2-1 0 16,2-3-1-16,-3 3-2 16,5-3-3-16,-2 2 4 15,2 1 1-15,-4 0-1 16,2 5 1-16,-2-1 0 15,3-1 0-15,-3 1 0 16,2 1 0-16,2-2 2 16,-2-3 3-16,2-1 2 0,2-3-5 15,0-2-2 1,0-2-14-16,0-3-130 0,2 0-188 16</inkml:trace>
  <inkml:trace contextRef="#ctx0" brushRef="#br3" timeOffset="-210934.75">1515 14191 176 0,'0'0'363'16,"0"0"-236"-16,0 0 21 0,0 0-40 16,0 0-66-1,0 0 3-15,0 2 1 0,6-2 4 16,-4 0 5-16,5 0-30 16,5 0 6-16,0-2-14 15,-1-13-3-15,7 0 2 16,-1-7-5-16,-3-1-11 15,5-2-5-15,-7 3-7 16,5 7-3-16,-11 5 1 16,-2 7 10-16,-2 3 4 15,-2-1 8-15,0 1 0 16,0 0-1-16,0 0-7 0,0 0-2 16,-2 4 2-16,-2 4 3 15,2-2 1-15,-2 5 5 16,4 2-1-16,-4 0-8 15,4 6 4-15,-2-2 6 16,-4 4 1-16,1 0 8 16,5-1-4-16,-2 2-1 15,-2 0 1-15,2-4-3 16,2-2-4-16,-4 2 1 16,4-3-8-16,-2-5-1 15,2 0-1-15,0-4-20 16,0-2-40-16,0-4-139 15,-6 0-510-15</inkml:trace>
  <inkml:trace contextRef="#ctx0" brushRef="#br3" timeOffset="-204633.18">2743 14276 254 0,'0'0'192'0,"0"0"-73"15,0 0 43-15,0 0-54 16,0 0-14-16,0 0-4 0,0 0-29 15,-6-3-21 1,6 3 4-16,0 0-17 0,0 0-10 16,0 0 3-16,0 0-9 15,0 0 4-15,0 0-5 16,0 0-3-16,0 0-7 16,0 0 2-16,4-2 4 15,4 1 8-15,5-3-6 16,3 3-3-16,-3 1 1 15,3 0 1-15,-1 0-3 16,1 0-1-16,-1 0-1 16,-1 6 9-16,5-1-1 15,-7-2 1-15,-4 0-6 16,3-2-2-16,-5 1-2 16,0-2 2-16,-4 0-2 0,4 0-1 15,-1 0-2-15,-3 1 2 16,2 2 4-16,-4-3-4 15,0 0-3-15,2 2 1 16,-2 1-3-16,4 2-9 16,0 0-12-16,-4 2-52 15,0-4-220-15</inkml:trace>
  <inkml:trace contextRef="#ctx0" brushRef="#br3" timeOffset="-202896.22">3140 14120 476 0,'0'0'117'15,"0"0"24"-15,0 0-2 16,0 0-67-16,0 0-24 16,0 0 4-16,0 0-11 15,-23-30-2-15,23 29-11 0,0 1 5 16,0 0-13 0,0 0-11-16,0 0-9 0,0 0 1 15,2 1-1-15,19 7 22 16,-7 0 8-16,9-3-8 15,-8 0-13-15,7-5-6 16,-3 0-1-16,0 0-2 16,-3 0 0-16,-8 0 0 15,-1 0-2-15,-3 0-1 16,-2 0-3-16,-2 0 0 16,0 0-6-16,0 0 9 15,0 3-12-15,0 3-9 0,-2 3 24 16,-9 4 6-1,3 5 1-15,-8 4-2 0,3 1-4 16,-3 5-1-16,3 2 1 16,-1 2 0-16,-3 2 1 15,9-4-1-15,-9-1 2 16,9 0 3-16,-6-3-1 16,5-2 6-16,3-5-1 15,-4-5-5-15,8-5 2 16,-2-9-1-16,2 0-6 15,2 0-1-15,0 0-15 16,0 0-18-16,0 0-57 16,0-6-114-16,0-8-186 15</inkml:trace>
  <inkml:trace contextRef="#ctx0" brushRef="#br3" timeOffset="-202503.77">3080 14369 429 0,'0'0'279'0,"0"0"-204"0,0 0 78 15,0 0-50 1,0 0-52-16,0 0 1 0,0-15-19 16,0 12-17-16,0 1 6 15,2 0-7-15,4 1-6 16,7 1 4-16,-1 0 1 16,0 0 1-16,5 0 0 15,0 1-3-15,-5 5-7 16,7-4 4-16,-7 1-9 15,0-2 0-15,5-1 0 16,-9 0-3-16,3 0-14 16,-3 0-21-16,2 0-55 15,-8 0-130-15,-2 5-249 0</inkml:trace>
  <inkml:trace contextRef="#ctx0" brushRef="#br3" timeOffset="-201681.67">3462 14192 371 0,'0'0'94'0,"0"0"14"16,0 0 36-16,0 0-63 15,0 0-35-15,0 0 10 16,-10 0-8-16,8 5-24 15,-2 2-2-15,-2 4 1 16,4-3-7-16,-5 2-5 16,1-1 3-16,2 1-3 15,-2-1-6-15,2-2 2 16,2-1-6-16,2-1 0 16,0-1-1-16,0-2 0 15,0-1-1-15,0 2-13 16,0-3 2-16,0 0 1 0,6 2 3 15,4-2 4-15,-2 3 4 16,3-1 4-16,-3-1-4 16,-2 2 1-16,5-1-1 15,-5-2 1-15,2 4 0 16,-2-1 1-16,1-1-2 16,-3 1 0-16,2 4 0 15,-6-1 11-15,0 1 8 16,4 1 3-16,-4 4 11 15,0 1-3-15,0 1 2 16,0-1-7-16,0 1 0 16,-4-4 0-16,-9 2 0 15,1-2-2-15,0-1-7 0,-5-1-4 16,3-4-10 0,1-2-2-16,-1-2-1 0,5 0-14 15,-1 0-28-15,8-9-29 16,-2-6-73-16,2-5-150 15,2-1-341-15</inkml:trace>
  <inkml:trace contextRef="#ctx0" brushRef="#br3" timeOffset="-201318.58">3431 14221 540 0,'0'0'196'0,"0"0"-53"16,0 0 2-16,0 0-95 15,0 0-17-15,0 0 2 16,9-9-5-16,-5 4 1 15,2 2-2-15,2 1-10 16,-2 2-7-16,7 0-1 16,-3 0 7-16,3 0-1 15,-1 0-7-15,0 0-1 16,1 0-7-16,-1 0-1 0,1 0-1 16,-1 0-9-1,-2 0-16-15,3 0-43 0,-7 0-128 16,-6 4-189-16</inkml:trace>
  <inkml:trace contextRef="#ctx0" brushRef="#br3" timeOffset="-194098">4794 14219 488 0,'0'0'230'0,"0"0"-114"16,0 0 43-16,0 0-74 0,0 0-28 16,0 0-12-16,0 0-16 15,-2-7-7-15,2 4-7 16,0-4-4-16,2-2-2 15,12 0-4-15,1-2-1 16,1 0-4-16,-1 4-2 16,1 2-5-16,-3 3-4 15,-1 2-7-15,-2 0-7 16,-4 11 5-16,-3 0-1 16,-3 3 21-16,0 2 0 15,0 0 9-15,0 2-3 16,-13-1-5-16,1-2 0 0,-1 2-1 15,1-6 1 1,0-1-2-16,1-4 2 0,3-3-1 16,8-2 0-16,0-1 0 15,0 0-12-15,0 0-16 16,0 0-31-16,0 0-9 16,8 0 43-16,5 0 15 15,-3 0-5-15,2 0 12 16,1 0 0-16,-1 0 3 15,-2 0-2-15,3 0-4 16,-7 0-16-16,0 5 22 16,0 10 0-16,-3-2 17 15,-3 4 10-15,0 3-18 16,0-4 29-16,0-1-22 16,-3 0 6-16,-7-5 0 0,2 1 8 15,-5-2-7-15,1-5 9 16,-4 1-12-16,-3-3-4 15,-4-1-3-15,3-1 3 16,-7 0-5-16,12 0-9 16,-1 0 4-16,7 0-4 15,-1 0-2-15,10 0-6 16,0 0-34-16,0-1-93 16,6-7-188-16,7-6-141 15</inkml:trace>
  <inkml:trace contextRef="#ctx0" brushRef="#br3" timeOffset="-193483.47">5205 14150 201 0,'0'0'463'16,"0"0"-358"-16,0 0 61 15,0 0-67-15,0 0-50 16,0 0-12-16,-27-6-26 15,17 6-3-15,6 9 6 16,-5 2-2-16,-1-1-6 16,4 4 1-16,0 2-1 15,-3 3-4-15,3 4-1 16,-4 4 1-16,4 2 2 16,-1 3 0-16,5-2 6 15,-2-4 0-15,4-2-1 16,0-8-1-16,4-6-6 0,9-1-2 15,-1-5-1-15,3-3-20 16,3-1 4-16,-1 0-9 16,-1-6 7-16,-9-4 2 15,1-2 11-15,-4-3 6 16,-4-5 3-16,0 2-2 16,0-1 3-16,-6 4-2 15,-11 1 4-15,5 7-3 16,-5 5 14-16,5 2 10 15,-3 2-13-15,5 14-8 16,-2 5-1-16,5 5-5 16,-1 1-1-16,4-3-20 15,4-2-20-15,0-7-31 16,0-3-75-16,0-5-78 16,4-7-75-16</inkml:trace>
  <inkml:trace contextRef="#ctx0" brushRef="#br3" timeOffset="-193174.09">5315 14366 461 0,'0'0'286'0,"0"0"-222"16,0 0 41-16,0 0-40 16,0 0-36-16,0 0 18 15,0 0-2-15,0 3-11 16,0 9-2-16,0 3 4 16,-7 7-23-16,1 5 0 15,-2 2-7-15,-2 0-6 16,1-4-5-16,3-8-21 15,6-8-90-15,0-9-236 16</inkml:trace>
  <inkml:trace contextRef="#ctx0" brushRef="#br3" timeOffset="-192599.39">5525 14152 604 0,'0'0'115'0,"0"0"54"0,0 0-42 15,0 0-68-15,0 0-5 16,0 0-24-16,-18 1-14 16,7 10-9-16,5 1 0 15,0 3 0-15,-2 1-5 16,-3 0-2-16,5-1 2 16,0-4-2-16,6-3-8 15,-2-2-14-15,2-5-24 16,0 0 18-16,0-1 11 15,2 0 5-15,8 0-12 16,-1 0 2-16,7 0 22 16,-3 0-7-16,-1 0 1 15,2 0-16-15,1 0 16 16,-3 0-3-16,-3 0 7 16,-3 0-4-16,0 3 6 0,-2 7 11 15,-4 1 37 1,0 0-10-16,0 3-2 0,0 6-2 15,-4-3-3-15,-4 2-3 16,-5-2-10-16,1 0 2 16,2-4-14-16,-3-3 1 15,1-5-7-15,-1-5-4 16,3 0-36-16,2-3-87 16,2-15-49-16,-5-6-181 15</inkml:trace>
  <inkml:trace contextRef="#ctx0" brushRef="#br3" timeOffset="-192360.27">5482 14167 737 0,'0'0'127'15,"0"0"-20"-15,0 0 16 16,0 0-49-16,0 0 5 15,0 0-38-15,68-8-4 16,-45 5-1-16,-2 3-17 16,1 0-4-16,3 0-15 15,0 0-3-15,4 0-30 16,-8-3-66-16,-7 0-309 0</inkml:trace>
  <inkml:trace contextRef="#ctx0" brushRef="#br3" timeOffset="-190200.28">7016 14095 422 0,'0'0'74'16,"0"0"64"-16,0 0-10 15,0 0-64-15,0 0 10 0,0 0-31 16,0 0-9-16,2-4 14 16,-2 4-6-16,0 0-13 15,0 8-5-15,0 9-4 16,0 3 9-16,-2 6-16 15,-13 1-9-15,9-4-1 16,-2-1 4-16,-2-4-3 16,3-5-4-16,1-2 5 15,4-2-4-15,2-3-1 16,0 2 0-16,-4-5-1 16,4 3-1-16,0-4-6 15,0-1-3-15,0 1 4 16,0-2-3-16,0 1-2 15,12-1 11-15,1 0 2 0,5 0 10 16,5 0-4-16,-4 0 4 16,-1 0-7-16,5 0-3 15,-9 2-1-15,1 1 0 16,-7 1-7-16,-2-2-9 16,-1 1-7-16,3-1-76 15,-4-2-106-15,-4 0-75 16,0 0-279-16</inkml:trace>
  <inkml:trace contextRef="#ctx0" brushRef="#br3" timeOffset="-189925.73">7156 14257 603 0,'0'0'124'16,"0"0"9"-16,0 0 12 16,0 0-88-16,0 0-15 15,0 0-12-15,-22 32-16 16,15-13 14-16,1 1-4 16,0 5-4-16,4-1-15 15,-4 0-1-15,6-3-4 16,0-4-36-16,0-10-57 0,2-7-199 15,8 0-224-15</inkml:trace>
  <inkml:trace contextRef="#ctx0" brushRef="#br3" timeOffset="-189357">7303 14152 573 0,'0'0'42'0,"0"0"81"15,0 0-14-15,0 0-53 16,0 0-7-16,0 0-26 15,25-29-1-15,-19 28 8 16,4-1-13-16,-1 2 1 16,-3 0-2-16,0 0-14 15,0 0-2-15,1 0-4 16,-3 2 1-16,0 5 3 16,-2 2 10-16,-2 0 2 15,0 3 5-15,0 0-3 16,-2 4-5-16,-9-2-6 15,1 0 2-15,-2 4-5 0,-3-2 0 16,3 0 0-16,2 1 0 16,-3-5 0-16,7-2 1 15,0-1 0-15,0-3-1 16,1 0 1-16,5-1 5 16,0 1-1-16,0-3 4 15,0 1-3-15,0-1 5 16,0 2 3-16,5-1 0 15,7-3-1-15,0 1-2 16,5-2 4-16,1 0 0 16,1 0-6-16,0 0-9 15,-3-2-16-15,-1-1-21 16,1 1-41-16,-8 2-72 0,-1 0-249 16</inkml:trace>
  <inkml:trace contextRef="#ctx0" brushRef="#br3" timeOffset="-189002.92">7553 14334 458 0,'0'0'265'0,"0"0"-127"16,0 0 26-16,0 0-101 15,0 0-42-15,0 0-7 16,0 9-6-16,0 7-2 15,-2 2-1-15,-4 3-5 16,2-5 0-16,-2 0 0 16,4-6-10-16,2-2-58 15,0-8-158-15,0 0-171 0</inkml:trace>
  <inkml:trace contextRef="#ctx0" brushRef="#br3" timeOffset="-188443.07">7704 14171 468 0,'0'0'191'0,"0"0"-101"0,0 0 25 16,0 0-61-1,0 0 0-15,0 0-10 0,31-46-8 16,-20 40-8-16,-1 3-5 16,-2 1 3-16,5 2-10 15,-7 0-3-15,4 0-6 16,-4 2-6-16,0 5 10 16,1 6 9-16,-7 3-9 15,0-1 0-15,0 1 2 16,0-1-12-16,-7 2 3 15,-3-3 2-15,-4 1-6 16,-3 2 1-16,1 0-1 16,1-1-7-16,-1 0 1 15,3-2 4-15,1-2-8 16,6-6 1-16,3-1 7 0,3-5-4 16,0 0 3-16,0 2-8 15,0-2-7-15,0 4 18 16,3-3 0-16,7 0 8 15,-2 0 4-15,5-1 1 16,3 2 4-16,-1-2-4 16,1 0 1-16,7 0 3 15,-5 0-4-15,-3 0-12 16,8 0 3-16,-11 0-4 16,0 0-5-16,5 5-18 15,-9 2-15-15,3 7-49 16,-11 0-213-16,0 2-362 0</inkml:trace>
  <inkml:trace contextRef="#ctx0" brushRef="#br3" timeOffset="-186371.91">9292 14264 342 0,'0'0'161'0,"0"0"-9"16,0 0 2-16,0 0-52 15,0 0-32-15,0 0-4 16,0 0-24-16,-4 0-4 16,4 0-1-16,0 0-10 15,0 0-1-15,10 0 14 16,2 1-11-16,5-1-13 15,-3 0 0-15,3 0-7 16,1 0-8-16,1 0-1 0,-4 0-29 16,-1 0-26-1,0 0-56-15,-3 0-175 0,-9 0-223 16</inkml:trace>
  <inkml:trace contextRef="#ctx0" brushRef="#br3" timeOffset="-185811.89">9589 14080 547 0,'0'0'186'16,"0"0"-73"-16,0 0 25 15,0 0-82-15,0 0 20 16,0 0-22-16,44 43-17 15,-28-33-12-15,-3-5 5 16,-1-4-14-16,5-1-13 16,-5 0-2-16,0 0-1 15,-3 0-12-15,-3 0-14 16,-2 0 10-16,-2 0 0 0,-2 0 9 16,0 0 7-16,0 0-1 15,0 0-1-15,0 7 0 16,-6 9-4-16,-6 6 6 15,-1 4 1-15,-1 4 9 16,-7 3 0-16,7 3 4 16,-9 0 2-16,8 1 2 15,-1-4-3-15,5-5 1 16,5-10-10-16,0-7-1 16,6-6-5-16,0-5-13 15,0 0-28-15,0 0-34 16,0-16-139-16,0-6-142 15,0-3-216-15</inkml:trace>
  <inkml:trace contextRef="#ctx0" brushRef="#br3" timeOffset="-185585.14">9571 14299 651 0,'0'0'103'0,"0"0"-17"15,0 0 66-15,0 0-49 16,0 0-23-16,0 0-17 0,49 0-28 16,-30 0-7-1,0 0-17-15,3 0-11 0,3 0-16 16,-2 0-28-16,2 0-50 16,-5 0-104-16,7 0-194 15,-6 0-10-15</inkml:trace>
  <inkml:trace contextRef="#ctx0" brushRef="#br3" timeOffset="-185023.27">9891 14165 491 0,'0'0'41'0,"0"0"85"16,0 0-48-16,0 0-46 16,0 0 14-16,0 0-13 15,27-40-5-15,-17 40-5 16,-1 0 4-16,1 0-20 15,-4 2-3-15,0 6 12 16,-4 3-6-16,7 2-1 16,-9-2 5-16,0 3-2 15,0 2-2-15,0-1-1 0,-9-1-5 16,1 1 2-16,-4 2-5 16,-1-4 1-16,-3 2-2 15,-3 4-4-15,7-3-4 16,-5-1-7-16,3 1 6 15,-3-2 8-15,9 1 0 16,-2-3 1-16,3 0 2 16,5-3-1-16,-2 0 7 15,4-3-1-15,0 1 9 16,0-1-7-16,0 0 12 16,6 0-3-16,7-3 11 15,-1-3-10-15,11 0 2 0,-9 0 1 16,9 0-9-16,-4-6-13 15,-3-5-25-15,3 3-24 16,-7-3-45-16,1 2-61 16,-3 2-139-16</inkml:trace>
  <inkml:trace contextRef="#ctx0" brushRef="#br3" timeOffset="-184674.89">9858 14207 601 0,'0'0'106'16,"0"0"39"-16,0 0-46 15,0 0-69-15,0 0-3 16,0 0 13-16,4 8 0 16,2-2-10-16,5 5-10 15,-3-1-10-15,2 3 5 16,3 3 2-16,-7 2-6 16,2 4 0-16,-2 1-5 15,1-3-6-15,-3 1-11 16,2-2-41-16,0-4-97 0,-4-6-175 15,4-5-145 1</inkml:trace>
  <inkml:trace contextRef="#ctx0" brushRef="#br3" timeOffset="-184349.91">10125 14463 378 0,'0'0'138'16,"0"0"18"-16,0 0-1 15,0 0-75-15,0 0-27 16,0 0-19-16,0 0-16 16,0 9 12-16,0 2-16 15,0 2-5-15,0 2-6 16,0 0-3-16,0-3-34 16,0 0-116-16,0-6-172 15</inkml:trace>
  <inkml:trace contextRef="#ctx0" brushRef="#br3" timeOffset="-183792.34">10292 14119 496 0,'0'0'100'0,"0"0"13"16,0 0-8-16,0 0-80 15,0 0 48-15,0 0 11 16,6 25-11-16,1-14-7 15,7-2-11-15,-2-3-34 16,5 0-2-16,6-6-16 16,2 0-2-16,-5 0-1 15,7 0-6-15,-8-8-15 16,-7 4-6-16,-4 1 9 16,-3 3-5-16,-3 0 11 15,-2 0 7-15,0 0 5 16,0 0 6-16,0 0 5 0,-7 10 3 15,-5 8-4-15,-3 3 4 16,-3 3-2-16,-3 3 5 16,1 1 3-16,1 6-3 15,0-2 8-15,3 0-6 16,-1-4 1-16,9-4-2 16,2-5-10-16,2-3-4 15,2-5-4-15,2-5-9 16,0-1-24-16,0-3-38 15,0-2-56-15,0 0-172 16,-7-4-73-16</inkml:trace>
  <inkml:trace contextRef="#ctx0" brushRef="#br3" timeOffset="-183572.77">10232 14373 653 0,'0'0'94'16,"0"0"50"-16,0 0-2 16,0 0-37-16,0 0-16 15,0 0-36-15,68-4-7 16,-39 2-14-16,2-1-8 16,5 0-24-16,1-3-1 15,4-2-24-15,-4 3-68 16,-8 4-208-16</inkml:trace>
  <inkml:trace contextRef="#ctx0" brushRef="#br3" timeOffset="-181864.47">11518 14242 176 0,'0'0'368'0,"0"0"-266"16,0 0 69-16,0 0-56 15,0 0-66-15,0 0 5 16,0 1 6-16,0 3-21 16,8 0-3-16,-2-3-1 15,9 1-8-15,-7-2 0 16,9 0-5-16,1 0-12 15,3 0-2-15,2 0-3 16,-5 0-5-16,-1-2-2 16,-3 2-14-16,-3 0-29 15,-5 0-19-15,0 8-45 0,-6 3-102 16,0 3-119-16</inkml:trace>
  <inkml:trace contextRef="#ctx0" brushRef="#br3" timeOffset="-181251.61">11878 14120 500 0,'0'0'95'0,"0"0"-6"16,0 0 39-16,0 0-75 15,0 0-13-15,0 0-17 16,39-38-21-16,-31 38-1 15,3 0-1-15,-3 0 0 16,2 7-12-16,-2 1 9 16,-1 3 3-16,-1 3 5 0,-2 2-5 15,-4-1 0 1,0 0-4-16,0 1-1 0,-10-2 2 16,-5 0-8-16,-1 0-3 15,1 0-14-15,-6-2 0 16,3 0-5-16,3-2 0 15,-1 2 17-15,1-2 12 16,3 0 3-16,2-2 2 16,3-1 2-16,1-1 7 15,2 1 4-15,2-2 10 16,2 2 5-16,0 1 8 16,0-1-4-16,0-2 1 15,6 1 2-15,7-2-9 16,3-1 19-16,3-3-6 15,-1 0-3-15,3 0-13 0,2 0-24 16,-5 0-4-16,1-6-30 16,-2 2-44-16,-3-1-63 15,-4 5-45-15,-3-1-59 16</inkml:trace>
  <inkml:trace contextRef="#ctx0" brushRef="#br3" timeOffset="-180837.93">11884 14123 248 0,'0'0'354'16,"0"0"-252"-16,0 0 32 16,0 0-45-16,0 0-53 15,0 0-1-15,0 2 13 16,0 7-11-16,4 0 5 16,2 1-7-16,7 2-10 15,-3-1-2-15,-2 4-3 16,5 0-3-16,-3 0-2 0,-2 2 3 15,3 2-10 1,-5-5-5-16,2 4-2 0,-2-5 4 16,0 1-5-16,5 0-3 15,-7-5 3-15,2-3-17 16,0-2-17-16,-6-2-45 16,7 1-79-16,-5-2-153 15,-2 0-127-15</inkml:trace>
  <inkml:trace contextRef="#ctx0" brushRef="#br3" timeOffset="-179855.2">12208 14069 493 0,'0'0'43'0,"0"0"140"16,0 0-72-16,0 0-45 15,0 0-14-15,0 0-17 0,-10-36-1 16,10 36-6-16,0 0-7 16,0 0 8-16,10 4 19 15,3 3-10-15,1 3-6 16,3-2 0-16,1-1-12 16,1-2-10-16,-2-4-6 15,1-1-4-15,3 0 0 16,-5 0-10-16,3 0 3 15,-7-1-1-15,-1-1 0 16,-11 2 0-16,0 0 4 16,0 0 2-16,0 0 2 0,0 0 4 15,0 2 4 1,-11 9 1-16,-1 2-9 0,0 5 1 16,-7 5 7-16,2 3 0 15,-1 4 2-15,-3 3 6 16,5 0-3-16,-1-2 5 15,5 0-1-15,3-8-10 16,3-5-2-16,6-9-5 16,0-5-10-16,0-2-38 15,0-2-34-15,0 0-56 16,0-2-69-16,0-9-53 16,0-2-157-16</inkml:trace>
  <inkml:trace contextRef="#ctx0" brushRef="#br3" timeOffset="-179643.66">12184 14274 567 0,'0'0'111'0,"0"0"35"16,0 0-32-16,0 0-35 16,0 0-15-16,0 0 1 15,37-19-15-15,-23 19-9 16,5 0-16-16,4 0-15 15,-1 0-8-15,3 0-2 16,2 0-39-16,0 0-39 16,0 2-143-16,-4 2-161 15</inkml:trace>
  <inkml:trace contextRef="#ctx0" brushRef="#br3" timeOffset="-179375.8">12514 14252 631 0,'0'0'86'0,"0"0"43"15,0 0 9-15,0 0-94 16,0 0-6-16,0 0-16 0,0 42-5 15,-2-22-6-15,-8 3-1 16,4-2-10-16,0-4-6 16,3-5-33-16,3-9-70 15,0-3-171-15,0-8-126 16</inkml:trace>
  <inkml:trace contextRef="#ctx0" brushRef="#br3" timeOffset="-178873.27">12721 14086 486 0,'0'0'42'16,"0"0"72"-16,0 0 1 15,0 0-41-15,0 0 4 16,0 0-23-16,0 0 2 16,4-11-5-16,-4 11 2 15,0 0-19-15,0 0-23 16,0 0 1-16,0 8-7 16,0 4 12-16,0 7-10 15,-6-2 1-15,0 4-7 0,-7 3-1 16,3 0 1-1,2-3-1-15,-5 2-1 0,3-2 1 16,4-4 1-16,4-7-2 16,-2-2-1-16,4-6-11 15,0 0-3-15,0 0 6 16,0-2-2-16,0 0 10 16,6 0 1-16,6 0 4 15,1 0 6-15,3-2 2 16,-1-3-4-16,1-2-4 15,1 4-4-15,-5-3-10 16,3 1-8-16,-3 0-7 0,0 2-20 16,-1 3-39-1,-9 0-32-15,4 0-115 16,-6 0-92-16</inkml:trace>
  <inkml:trace contextRef="#ctx0" brushRef="#br3" timeOffset="-178619.18">12793 14223 780 0,'0'0'36'0,"0"0"164"15,0 0-69-15,0 0-80 16,0 0-4-16,0 0-11 0,-6 14 4 15,4-2-5-15,-4 4-6 16,0 5-15-16,-5 4-10 16,3 3-4-16,-4 0-7 15,-3 1-32-15,3-7-104 16,-3-4-435-16</inkml:trace>
  <inkml:trace contextRef="#ctx0" brushRef="#br3" timeOffset="-158776.25">16043 6627 480 0,'0'0'231'16,"0"0"-83"-16,0 0 22 15,0 0-99-15,0 0-19 16,0 0-2-16,0 0-6 16,0 0-7-16,0-8-9 15,0 8-1-15,0 0-13 16,0 0-14-16,0 0 0 16,0 6-8-16,0 8 1 15,0 6 7-15,0 6 6 16,-12 4-3-16,-1 4 1 0,1 4-1 15,-5 1-2-15,3 2 0 16,-3-3 0-16,1-4 2 16,1-2-3-16,3-5-4 15,-1-4-5-15,1 0 5 16,0-3-4-16,-5-1 2 16,5 0 4-16,-1-4-4 15,3-1 2-15,2-5 1 16,1-2 6-16,1-2-4 15,6-3 3-15,0-2-1 16,0 0 0-16,0 0-2 16,0 0 1-16,0 0-3 0,0 0-3 15,0 0-5 1,8 0 11-16,9 0 6 0,-3 0 3 16,5-2-3-16,2 1-2 15,4-1 4-15,-1 2-5 16,3-2 3-16,2 2-5 15,2-1 4-15,-2 1-5 16,0 0 1-16,-8 0-1 16,-3 0 2-16,-5 0-2 15,-3 0-1-15,-8 0 1 16,-2 0 1-16,0 0 0 16,0 0 7-16,0 0-1 0,0 0 11 15,0 0-8 1,0 0-6-16,0 0-4 15,-8 6-14-15,-2-1-13 0,-3 5-31 16,1-6-97 0,-1-4-450-16</inkml:trace>
  <inkml:trace contextRef="#ctx0" brushRef="#br3" timeOffset="-155930.69">15886 7131 156 0,'0'0'228'0,"0"0"-103"16,0 0 19-16,0 0-42 16,0 0-29-16,0 0-2 15,0 0-19-15,-2-8 6 16,2 8-7-16,0 0-10 15,0 0-4-15,0 0-5 0,0 0-13 16,2 0-3 0,4 0 13-16,4 0-6 0,3 0-1 15,1-4-4-15,5-5 5 16,2-2-4-16,-1-5-6 16,9-3-3-16,-4-1-5 15,0-3 2-15,-3-4-7 16,3-2 0-16,-4-4 0 15,2-3 0-15,-5-2-1 16,-1 2-2-16,-3-3 3 16,-1-2-10-16,-1 3-3 15,3-5-7-15,-3 4-6 16,-6 0 5-16,2 5-13 16,-1 3 5-16,-3 8 7 0,-4 8 13 15,0 3 1-15,0 3 8 16,-4 6 2-1,-3-1-2-15,-1 2 0 0,2 2-5 16,-4 0-1-16,-1 0 1 16,-1 8-4-16,-7 6 9 15,1 1 2-15,3 4 10 16,-1 0-10-16,-1-2 9 16,3-1-7-16,1 0 2 15,1 1-3-15,-1 0-2 16,7 0 0-16,-6 1 0 15,6 0 1-15,-5 2 3 16,-1-1-4-16,6-1 1 16,-5 0 1-16,5 1-2 15,-2-3 0-15,2-2 6 0,0 0-7 16,-5-4 6-16,5 3 3 16,4-2-8-16,-4 3-1 15,2-1 0-15,-3 2-1 16,3 0 3-16,-2 1-1 15,0 1 0-15,4-3 1 16,-2 0 5-16,2-3-5 16,-3-2 1-16,5-1-3 15,-2-3 0-15,2 2 3 16,-4 3-3-16,4-3 1 16,0 6 0-16,-2-1 2 15,2 1 3-15,0-3 4 0,0 4 0 16,0-3-6-16,0 0-3 15,0 3 2-15,0-1 2 16,2-3 1-16,2 1 0 16,3-4 1-16,-1 1-1 15,-4-4-6-15,8 1 0 16,-4-2 8-16,7-3-8 16,-1 0 11-16,7 0 0 15,-1 0-7-15,5-6 3 16,0-6 2-16,-5-3-9 15,3 0 9-15,-2 2-4 16,1 2-5-16,-5 0 2 16,-3 5-1-16,-6 3 1 0,1 2 1 15,-3 1-2 1,-4 0-1-16,0 0-3 0,0 0 3 16,0 0 0-16,0 0-6 15,0 0-20-15,0 0-10 16,0 0-55-16,0 1-162 15,-11-1-599-15</inkml:trace>
  <inkml:trace contextRef="#ctx0" brushRef="#br3" timeOffset="-155196.3">16250 7201 394 0,'0'0'286'15,"0"0"-162"-15,0 0 8 0,0 0-77 16,0 0 18-16,0 0-8 15,16 4-25-15,-3-4-2 16,-5-5-8-16,8-9-16 16,-1-2-1-16,-3 0-11 15,5-4-2-15,-5 5-18 16,-1 2-3-16,-5 2-4 16,0 5 1-16,-6 1 6 15,0 4 6-15,0 1 12 16,0 0 2-16,0 0 3 15,0 0 0-15,0 0-5 16,0 10-5-16,-10 9 5 16,1 4 7-16,-3 6 5 0,0 4-4 15,-3-2 2-15,7-4 3 16,2-5-7-16,-1-4-6 16,7-7 0-16,0-5-41 15,0-6-101-15,0 0-192 16,9-8-225-16</inkml:trace>
  <inkml:trace contextRef="#ctx0" brushRef="#br3" timeOffset="-154709.44">16438 7212 525 0,'0'0'63'0,"0"0"80"16,0 0-35-16,0 0-54 16,0 0 24-16,0 0-33 15,22-11-15-15,-15 1-9 16,1-2-18-16,-2-3-2 15,4 0-1-15,-1 0-5 16,1 1-14-16,0 0 1 0,-3 4-15 16,-5 5-1-1,-2 0 17-15,0 3 17 0,0 2 6 16,0 0 7-16,0 0 17 16,0 0-7-16,0 0-6 15,0 0-8-15,0 8 9 16,-2 2 2-16,-3 0 11 15,-1 4 6-15,2 1-8 16,-2 1-3-16,0 7 1 16,4 1 2-16,-5 1-7 15,1 1-2-15,2 1-4 16,-2-5-6-16,6-4-6 16,0-6-4-16,0-4-29 15,0-5-81-15,0-3-239 0</inkml:trace>
  <inkml:trace contextRef="#ctx0" brushRef="#br3" timeOffset="-153276.97">16481 6553 512 0,'0'0'146'16,"0"0"-8"-16,0 0-6 15,0 0-57-15,0 0-22 16,0 0-10-16,0 0-7 16,39 4 3-16,-30-15-15 0,3-3-9 15,-2-4-11-15,-1 2 5 16,1-2-9-16,-8-1-4 16,2 0-15-16,-4 4 4 15,0 2-6-15,0 4 4 16,0 1 5-16,-4 5 1 15,2-3 0-15,-4 2-6 16,2 3 0-16,2-4-12 16,2 2-4-16,-4 3 26 15,4-1 6-15,0 1-6 16,0-1-5-16,0-1 11 16,0-1 1-16,4 1 1 0,4 2 0 15,-2 0 1-15,11 0 15 16,-5 0-4-16,0 0-5 15,5 0 6-15,2 0 3 16,-1 0-1-16,1 2-1 16,-5 3-9-16,1 0 1 15,-1 1-2-15,-8 1-1 16,1-2-3-16,-3 0 1 16,-4 1 2-16,0-3-4 15,0 3 9-15,0 1-6 16,0 2 2-16,0 0-5 15,-4 5-2-15,-3-2-2 16,-1 1 4-16,-2 0-1 16,4 2 1-16,-1-1-3 0,1 2 3 15,2 1 4-15,-2-2-4 16,4-2 1-16,2 0 6 16,0-1 2-16,0-1 2 15,0-3 3-15,0-1-3 16,8 0-1-16,7 0-9 15,-3 0-1-15,9-3-10 16,1-2-48-16,-1-1-84 16,-4 1-459-16</inkml:trace>
  <inkml:trace contextRef="#ctx0" brushRef="#br3" timeOffset="-152556.13">16996 7016 1145 0,'0'0'15'0,"0"0"127"0,0 0-63 15,0 0-79-15,0 0 0 16,0 0-46-16,10 9-91 15,-10-4-182-15</inkml:trace>
  <inkml:trace contextRef="#ctx0" brushRef="#br0" timeOffset="-148558.92">17420 6594 440 0,'0'0'285'15,"0"0"-165"-15,0 0 41 16,0 0-82-16,0 0-49 15,0 0 11-15,22-39-17 16,-13 32-1-16,1 1-6 16,2 2 1-16,-3 4-6 15,3 0-4-15,0 0-8 0,5 5 0 16,-5 10 2-16,1 4-1 16,-3 6-1-16,-4 3 2 15,-6 2-3-15,0 4 2 16,-4 0 6-16,-10 2-6 15,-9-3-1-15,-2-2-5 16,0-1-2-16,-4-4 2 16,-2-1-8-16,0 0 1 15,-4-1-9-15,4-5-7 16,2-5 0-16,9 2 24 16,-1-6 3-16,13-2 2 15,2-3 0-15,1-2 2 0,5 0-1 16,0 4 1-16,0 0 7 15,5-1 7-15,9 3 12 16,7-2 9-16,-1-1-5 16,9-4-1-16,-2-1 3 15,6-1-19-15,0 0 6 16,2 0-10-16,3 0-7 16,-7-3-5-16,-2-1-16 15,-5 2-23-15,-7 2-39 16,-11 0-73-16,-6 0-169 15,0 6-237-15</inkml:trace>
  <inkml:trace contextRef="#ctx0" brushRef="#br0" timeOffset="-148211.79">17250 6836 573 0,'0'0'69'0,"0"0"78"16,0 0-16-16,0 0-14 15,0 0-26-15,0 0-28 16,85 22-19-16,-60-19 0 16,-1 3-4-16,1-2-16 15,8-3-8-15,-2-1-8 16,2 0-8-16,3 0-25 16,-5 0-39-16,-7 0-113 15,-13 0-359-15</inkml:trace>
  <inkml:trace contextRef="#ctx0" brushRef="#br0" timeOffset="-147734.28">17674 7140 657 0,'0'0'9'0,"0"0"122"16,0 0-99-16,0 0-32 15,0 0-3-15,0 0-22 16,74-79-20-16,-61 69-18 16,-3 3 16-16,-2 1 4 15,-4 3 6-15,-4 1 26 16,0 2 11-16,0 0 46 16,0 0 28-16,0 2-3 15,-4 7-12-15,-2 1 13 16,0 6 21-16,0 2-22 15,-1 4-7-15,1 8 2 16,-2 6-20-16,-2 1-4 16,1 3-14-16,-1-4-11 0,4-7-17 15,2-5-18 1,4-7-57-16,-2-9-199 0,2-8-663 16</inkml:trace>
  <inkml:trace contextRef="#ctx0" brushRef="#br0" timeOffset="-144869.28">17967 7030 975 0,'0'0'41'0,"0"0"68"15,0 0 36-15,0 0-100 16,0 0-23-16,0 0-20 16,0 0-2-16,0 0-25 15,7 0-48-15,-1 0-122 16,4 0-228-16</inkml:trace>
  <inkml:trace contextRef="#ctx0" brushRef="#br0" timeOffset="-144076.76">17967 7022 491 0,'0'0'208'15,"0"0"-116"-15,0 0 67 16,0 0-82-16,0 0-31 16,0 0 17-16,11 0-6 15,-3 0-7-15,9 0-16 16,-1 0-1-16,-1 0-11 16,3 0 3-16,5-1-13 15,0-1 2-15,1 0-5 0,1 2-1 16,0-1-2-16,0-1-3 15,-2 2-1-15,-9 0-1 16,-2 0-1-16,5 0 0 16,-11 0-1-16,0 0-3 15,-1 0-8-15,-5 0-9 16,0 0-6-16,0 0-11 16,0 0-23-16,-11 2-71 15,-1-2-165-15,-1 0-199 16</inkml:trace>
  <inkml:trace contextRef="#ctx0" brushRef="#br0" timeOffset="-143676.51">18195 6841 593 0,'0'0'95'0,"0"0"38"16,0 0-35-16,0 0-54 0,0 0 8 15,0 0-6-15,0 0-19 16,0 0 2-16,-6 6 1 16,1 5 7-16,3 9-7 15,-6 5-2-15,0 4 3 16,-2 5 6-16,-3 7-3 16,5-2-8-16,-2 3-6 15,3-4-1-15,7-3-16 16,0-7-3-16,0-5-28 15,17-14-72-15,-3-9-255 16</inkml:trace>
  <inkml:trace contextRef="#ctx0" brushRef="#br2" timeOffset="-139620.28">18608 6576 498 0,'0'0'203'16,"0"0"-111"-16,0 0-25 15,0 0-20-15,0 0 15 16,0 0 17-16,19 85-6 16,-19-60-14-16,0 6-12 15,0 3-13-15,-4 3-4 16,-5 3-23-16,-1 4-3 15,-2 1-2-15,-3-3 0 0,-1 1 1 16,-1-7-3 0,3-4 0-16,-5-3-2 0,7-3-1 15,-1-5-4-15,3-3-8 16,2-3 1-16,4-7 4 16,1-1-2-16,3-4 6 15,0-1-1-15,0-2 7 16,0 0-3-16,0 0-19 15,7-7 7-15,7-5 15 16,9-4 18-16,2-2-1 16,-1 0-2-16,5 2-2 15,-4 3 2-15,2 5-6 16,-4 6 0-16,0 2-8 0,-3 0 13 16,3 0-2-1,0 7-1-15,-3-1 4 0,-1-2-9 16,0-1 0-16,-3-3-5 15,-6 1-1-15,-3-1-3 16,-7 0-2-16,0 2-13 16,0 0 3-16,0 4-13 15,-7 3-43-15,-13 2-155 16,-7 4-603-16</inkml:trace>
  <inkml:trace contextRef="#ctx0" brushRef="#br2" timeOffset="-136747.26">19003 7173 639 0,'0'0'175'0,"0"0"-46"15,0 0-31-15,0 0-83 16,0 0-4-16,0 0 17 16,2-14 8-16,6 4-5 15,1-2-9-15,1 1-15 16,2-3 1-16,-3 0-7 15,1-1-1-15,-2 2-1 0,-2-1-3 16,1 1-4 0,-3 3-12-16,-2 3-4 0,-2 3 7 15,0 3 6-15,0 1 10 16,0 0 1-16,0 0 0 16,0 0 1-16,0 0-1 15,0 8 1-15,-6 7 0 16,-3 6 16-16,-1 9 1 15,2 6-1-15,2 4 10 16,-5 2 2-16,3 0-15 16,2-8-2-16,2-10-12 15,4-7-12-15,0-16-53 16,0-1-201-16</inkml:trace>
  <inkml:trace contextRef="#ctx0" brushRef="#br2" timeOffset="-135176.41">18968 6602 178 0,'0'0'528'16,"0"0"-440"-16,0 0 34 15,0 0-64-15,0 0-38 16,0 0 37-16,0 0 11 16,31-31-22-16,-15 17-8 0,-3-3-13 15,3 1-7-15,-7 2-8 16,3-3-9-16,-2 1 2 15,-1-2 0-15,1 0-3 16,-4-1-4-16,-2 1-2 16,-2-2-5-16,-2 5 6 15,0 0-7-15,0 2 1 16,-2 1 3-16,-12 1-7 16,6 4-6-16,-3 0 1 15,5 2 7-15,0 2 4 16,6 0-2-16,0 3-4 15,0-1 8-15,0-2-16 16,0 1 6-16,4 1 17 16,4-1 2-16,5-1 6 0,3 1 2 15,-3-1-2-15,5 2-2 16,1 1 0-16,-1 0 1 16,-1 0-3-16,-1 0 2 15,-3 1 5-15,-5 7-4 16,-2 0 18-16,1 2-14 15,-3 0-2-15,-2 4 1 16,-2 1 3-16,0 4 0 16,0 1 2-16,-2-1-6 15,-9 1 1-15,-1 1-4 16,6-2 4-16,0-2-3 0,3-3 4 16,3 0-9-1,0-4-2-15,0 1-3 0,15-4-10 16,14-5-42-16,4-2-41 15,2 0-249-15</inkml:trace>
  <inkml:trace contextRef="#ctx0" brushRef="#br0" timeOffset="-130904.3">19363 6898 456 0,'0'0'283'0,"0"0"-110"16,0 0-24-16,0 0-84 15,0 0-7-15,0 0-3 16,22 0-22-16,-9 0-2 16,3 0 4-16,-1 0-14 15,3 0-16-15,1 0-5 16,4 0-1-16,-5 0-20 15,1 0-30-15,0 2-28 0,-3 6-52 16,-3 1-148 0,-9 3-51-16</inkml:trace>
  <inkml:trace contextRef="#ctx0" brushRef="#br0" timeOffset="-130559.34">19363 7030 321 0,'0'0'282'15,"0"0"-105"-15,0 0-11 16,0 0-59-16,0 0-43 15,0 0-14-15,-6 0-22 16,6 0 2-16,6 0-7 16,4 0-4-16,0 0-1 15,3 0-5-15,-1 0-5 16,1 0-5-16,1 0-2 16,5 0-1-16,1 0-13 15,1 0-16-15,2 0-32 16,-5 0-72-16,-3 0-156 15,-9 3-214-15</inkml:trace>
  <inkml:trace contextRef="#ctx0" brushRef="#br0" timeOffset="-129599.66">20010 6819 126 0,'0'0'517'16,"0"0"-474"-16,0 0 102 16,0 0-33-16,0 0-76 15,0 0 30-15,-25-41-24 16,21 41 3-16,2 0-7 0,-2 0-21 16,-5 0-5-16,3 0-2 15,-4 0-10-15,-3 0 2 16,1 5 3-16,0 2 10 15,-1 3-5-15,1 1 0 16,-1 2-4-16,1 2 1 16,0 4-5-16,1 1 1 15,1 0 0-15,4 0 5 16,-1 1-2-16,5 0 2 16,2 0-4-16,0-1 3 15,0-2 4-15,0-2-7 16,2 0-2-16,9-3 2 0,5 1-3 15,-1-1 4 1,10-2 0-16,-3-1 7 0,7-3-12 16,-2-7 0-16,2 0-3 15,-2-2 1-15,6-13-8 16,-8-3 8-16,0-5-5 16,-3-2 3-16,-3-3 4 15,-7 0 2-15,-5-4 1 16,-7-2-1-16,0 2 1 15,-5 3 5-15,-9 3-4 16,-13 5 3-16,0 5-4 16,-4 9-3-16,-4 5-5 15,0 2 1-15,2 6-13 16,-2 15-14-16,0 3-59 0,-5 2-123 16,-7 8-478-16</inkml:trace>
  <inkml:trace contextRef="#ctx0" brushRef="#br2" timeOffset="-93421.38">15927 8058 704 0,'0'0'160'0,"0"0"27"16,0 0-60-16,0 0-77 15,0 0-9-15,0 0-9 0,0 0-15 16,6-6-2-16,-4 6-6 16,-2 6-8-16,5 13 8 15,-5 4-3-15,0 5 0 16,0 4 0-16,-5 3-6 16,-7-4 2-16,4-1-2 15,-5-6 0-15,3-7 1 16,8-5 0-16,-4-4 0 15,2-2 1-15,2 2-1 16,-7-4 1-16,7 0 0 16,-2-1-2-16,4-2 4 15,-2-1 3-15,2 0-2 16,0 0 2-16,0 0-1 0,0 0-3 16,0 0-2-1,0 0-2-15,0 0 0 0,0-5-7 16,0-7-11-16,0 0-18 15,0-4-71-15,0-2-261 16</inkml:trace>
  <inkml:trace contextRef="#ctx0" brushRef="#br2" timeOffset="-91418.25">15772 9013 4 0,'0'0'703'0,"0"0"-544"15,0 0 39-15,0 0-90 0,0 0-41 16,0 0-22-16,0-16-7 15,0 16-3-15,0 0-15 16,0 0-7-16,0 0-12 16,0 0-1-16,0 4 0 15,0 11 5-15,0 6 1 16,0 3-2-16,-6 6 1 16,0 1-2-16,-3 8 2 15,-3 0-2-15,0 1-2 16,1-2 0-16,-1-5 0 15,-3-5 0-15,5-4-1 16,0-6 0-16,2-3 0 16,3 0-1-16,-3-6-6 0,4-2 2 15,-2 0 4-15,0-5-4 16,-1 1 1-16,5-3 0 16,2 0 3-16,-4 0 0 15,4 0 0-15,0 0 1 16,0 0-1-16,0 0 0 15,0 0-8-15,0 0 9 16,0 0 0-16,6 0 4 16,5-2-2-16,1-1 3 15,7 0-5-15,-1 1 5 16,5 0-2-16,2 1 5 16,6 1-8-16,-6 0 0 0,6 0 0 15,-7 0 1-15,-1 0-1 16,-4 1 0-16,-7 4 0 15,-1-3 0-15,-5 0 0 16,-4-1 1-16,-2-1 0 16,0 0 6-16,0 0-2 15,0 0 5-15,0 0 0 16,0 0 5-16,0 2-6 16,0 0 3-16,0 0-5 15,0-2-5-15,0 0-2 16,0 0-4-16,0 1-22 15,-2 0-50-15,-11-1-90 0,1 0-419 16</inkml:trace>
  <inkml:trace contextRef="#ctx0" brushRef="#br2" timeOffset="-89866.18">16055 9463 394 0,'0'0'86'15,"0"0"8"-15,0 0-34 16,0 0-41-16,0 0 15 16,0 0-2-16,7 0 6 15,-7 0 7-15,4 0 1 16,-4 0 2-16,0 0-5 15,0 0-10-15,2 0-4 0,-2 0-4 16,4-1-13-16,-4-2-2 16,0 1-1-16,0-1-2 15,6 0 4-15,-4-2-5 16,2 2-4-16,2-4 1 16,-3-3-2-16,3 2-1 15,-2-4-1-15,2 0-1 16,0 2-1-16,3-2-6 15,-5 1 3-15,2 1 4 16,0 3-3-16,-4 2 5 16,-2 2-1-16,0 1 2 15,0 2 0-15,0 0 1 16,0 0-2-16,0 0 0 16,0 0 4-16,0 0 5 0,0 0-1 15,0 0 5-15,0 0-3 16,0 3-2-16,0 4-2 15,0 0 2-15,0 2-7 16,-2 2 4-16,-4 4-4 16,2-1 2-16,-2 3 4 15,3-2-7-15,-1 1 6 16,4 1 4-16,-2-5 3 16,2 2 2-16,-4-4 2 15,4-2-7-15,0 0 5 16,0-3-9-16,-2 3-2 15,2-3-2-15,0-1 0 0,-4-4-1 16,4 2-1 0,0-2-7-16,0 0-18 0,0 0-34 15,-2 0-31-15,2 0-208 16,-4 0-181-16</inkml:trace>
  <inkml:trace contextRef="#ctx0" brushRef="#br2" timeOffset="-87566.44">16121 9024 567 0,'0'0'158'16,"0"0"-15"-16,0 0-22 15,0 0-91-15,0 0 7 16,0 0 11-16,0 0-23 16,29-20-5-16,-22 11-11 15,-1-2-5-15,-4-1-4 16,2 1 0-16,-4 2-9 15,0 1-7-15,0 1 2 16,0 1-6-16,0 1 10 16,0 2-5-16,0 0 4 15,0 2-19-15,-4-2 2 16,4 0-25-16,0 0 24 0,0 0 19 16,0-1 5-16,0 1-1 15,0 0 6-15,0 1 0 16,6-1 0-16,0-2-1 15,0 4 1-15,5-1 2 16,-3 2-2-16,2 0-1 16,-3 0 1-16,1 0 5 15,-4 3 8-15,4 5 12 16,-4-4-14-16,3 5-7 16,-3-1 6-16,-4 0-6 15,2 3 7-15,-2-1-8 0,0 3 1 16,0-2 1-1,0 4-1-15,-2 1-2 0,-2 0-1 16,-3-1 0 0,1 0-1-16,0 1 0 0,0-4 6 15,2-3 8-15,4-1-2 16,0-4-10-16,0 0-1 16,0 0-1-16,6-1-3 15,10-3-8-15,7 1-30 16,-2 2-89-16,2 2-183 15</inkml:trace>
  <inkml:trace contextRef="#ctx0" brushRef="#br2" timeOffset="-87036.8">16401 9313 319 0,'0'0'254'15,"0"0"-111"-15,0 0 39 16,0 0-88-16,0 0-44 16,0 0-1-16,0-2-9 0,0 2-5 15,0 0-11 1,2 0 0-16,8 0 4 0,-2 0-15 16,7 0-4-16,-3 0-8 15,3 0-1-15,-3 0-18 16,0 0-21-16,1 0-38 15,-7 2-86-15,0 1-101 16,-6-1-57-16</inkml:trace>
  <inkml:trace contextRef="#ctx0" brushRef="#br2" timeOffset="-86885.51">16401 9313 204 0</inkml:trace>
  <inkml:trace contextRef="#ctx0" brushRef="#br2" timeOffset="-86736.23">16401 9313 204 0,'-44'76'318'16,"44"-76"-236"-16,0 0 67 0,0 0-76 0,0 0-55 15,0 0 54-15,0 0 3 16,6 0-8-16,3 0-2 15,-3 0-13-15,6 0-11 16,1 0-16-16,-1 0-8 16,5 0-16-16,1 0-1 15,-1 0-18-15,1 0-67 0,-9 0-196 16,-5 0-491 0</inkml:trace>
  <inkml:trace contextRef="#ctx0" brushRef="#br2" timeOffset="-2661.32">16824 9209 337 0,'0'0'262'0,"0"0"-175"16,0 0 95-16,0 0-82 15,0 0-42-15,0 0-1 16,0 0-23-16,0 0-13 15,-10-18 5-15,10 16-8 16,0 2-6-16,0-2-9 16,0-4-3-16,10 1 1 15,3-1-1-15,-1 3-5 16,7 0-5-16,-7 3-8 16,1 0 1-16,-3 0-12 15,-4 3-8-15,0 6 11 16,-4 4 26-16,-2 2 8 0,0 2-2 15,0 4 0-15,-8-3-1 16,-4 1-5-16,-3 1 1 16,1-3 1-16,-3 0-2 15,3-3-1-15,1 0 1 16,-3-2-9-16,-1 1 2 16,5-3 1-16,4-2 5 15,-3 2-1-15,5-6 1 16,0 2 1-16,0 1 0 15,4-3 0-15,-3-2-1 16,5 2 1-16,0-2 1 16,0 0-1-16,0 4 12 15,0 0 3-15,7 2 4 0,3-2 1 16,2 0-5-16,3-3 7 16,5-3-4-16,-1 0-7 15,2 0-11-15,2 0-3 16,-3 1-14-16,-3 4-33 15,1 0-25-15,-1 3-175 16,-9 1-166-16</inkml:trace>
  <inkml:trace contextRef="#ctx0" brushRef="#br2" timeOffset="-2088.84">17182 9175 567 0,'0'0'117'16,"0"0"-74"-16,0 0 68 0,0 0-41 16,0 0-20-16,0 0 1 15,43 3-23-15,-28-2-9 16,-3-1 0-16,5 0-7 15,1 0-8-15,-1 0-4 16,-3 0-7-16,3 0-24 16,-5 0-9-16,-1 0-4 15,-5 0 6-15,-6 0 13 16,0 0 11-16,0 0 14 16,0 8 7-16,0 1 0 15,-13 2 6-15,-3 5-4 0,-1 1 0 16,-1 1-5-16,-3 5 4 15,2-2 5-15,-1 5 7 16,5 0 7-16,-1-1-3 16,3 0-12-16,1 0 3 15,6-5-6-15,0-2-9 16,4-8-2-16,2 1-31 16,0-8-76-16,0-3-87 15,0 0-104-15</inkml:trace>
  <inkml:trace contextRef="#ctx0" brushRef="#br2" timeOffset="-1855.56">17110 9332 623 0,'0'0'179'16,"0"0"-156"-16,0 0 122 15,0 0-54-15,0 0-36 16,0 0-2-16,99-8-26 16,-74 7-17-16,1 1-10 15,-1 0-3-15,0 0-58 16,2 0-77-16,-4 5-54 16,-7 6-191-16</inkml:trace>
  <inkml:trace contextRef="#ctx0" brushRef="#br2" timeOffset="-1248.35">17494 9206 485 0,'0'0'111'0,"0"0"-23"15,0 0 31-15,0 0-92 16,0 0-3-16,0 0 5 15,64-28-9-15,-49 26-6 16,-3 2-4-16,0 0-5 16,-1 0-2-16,-5 3-3 15,-6 9-19-15,0 1 19 16,0 2 5-16,0 4-1 16,0-3-3-16,-12 1 4 15,-5 3-3-15,3-2 1 16,-3-1-3-16,3 1 1 15,-7-4-1-15,2 0-2 0,1 3-13 16,3-3-3-16,-1 1 0 16,-1 1 18-16,3-5 0 15,3 0 2-15,5-2 2 16,4-3 3-16,2 0-5 16,0 1-2-16,0 0 1 15,0 1 5-15,12-2 20 16,3 0 10-16,6 0 4 15,-1-4 10-15,5 1-15 16,0-3-30-16,2 0-5 16,-2 0-31-16,-1 0-19 15,-5 0-95-15,-7-5-99 0,-5-7-29 16</inkml:trace>
  <inkml:trace contextRef="#ctx0" brushRef="#br2" timeOffset="-953.69">17488 9277 456 0,'0'0'124'16,"0"0"4"-16,0 0-19 15,0 0-67-15,0 0 37 16,0 0-25-16,29 5-13 16,-21 9-6-16,2 5-14 15,1 2 2-15,-3 6-16 16,2 0-4-16,-1 0-3 16,3 0-17-16,0-4-102 15,5-6-31-15,-1-7-178 16</inkml:trace>
  <inkml:trace contextRef="#ctx0" brushRef="#br2" timeOffset="-625.3">17786 9519 155 0,'0'0'371'0,"0"0"-311"15,0 0 49 1,0 0-71-16,0 0 14 0,0 0 28 15,16 0-36-15,-14 14-8 16,-2 3-7-16,0 0-29 16,0 4 0-16,0-8-81 15,0-5-104-15,0-8-80 16</inkml:trace>
  <inkml:trace contextRef="#ctx0" brushRef="#br2" timeOffset="-113.34">18065 9136 13 0,'0'0'411'16,"0"0"-332"-16,0 0 26 15,0 0-39-15,0 0-9 16,0 0-2-16,-3 47-24 16,-1-32-20-16,2 4 13 15,-4-4 8-15,0 2-11 0,0-2-7 16,-1-1-12-16,1 0-2 15,-4 0-1-15,4-2-9 16,-7 2 1-16,3-2 0 16,2-2-1-16,2 0 8 15,-1-1-8-15,3-1-5 16,2-3 5-16,2-1 0 16,0-2-1-16,0 0-3 15,0 2 13-15,13-3 1 16,1-1 28-16,7 0 12 15,-3 0 8-15,1 0-17 16,2 0-9-16,-3 0-17 16,3 0-5-16,-7 0-2 15,3 0-48-15,-5 2-29 16,-3 0-43-16,1-2-173 0</inkml:trace>
  <inkml:trace contextRef="#ctx0" brushRef="#br2" timeOffset="155.25">18143 9333 574 0,'0'0'89'16,"0"0"24"-16,0 0-68 0,0 0-14 15,0 0 33-15,0 0-21 16,-18 51-10-16,11-26 12 16,-5 7-11-16,4-2-12 15,-3 1-3-15,5-4-19 16,2-9-9-16,4-4-56 16,0-8-152-16,0-6-151 15</inkml:trace>
  <inkml:trace contextRef="#ctx0" brushRef="#br2" timeOffset="372.47">18354 9376 455 0,'0'0'465'0,"0"0"-382"16,0 0 52-16,0 0-104 16,0 0-31-16,0 0-13 15,12-4-103-15,-12 4-273 16</inkml:trace>
  <inkml:trace contextRef="#ctx0" brushRef="#br2" timeOffset="4612.75">18604 9358 415 0,'0'0'106'0,"0"0"30"15,0 0 18-15,0 0-68 16,0 0-11-16,0 0-14 16,0 0-18-16,0 0 2 15,4-4-11-15,-4 1-11 0,6-1-12 16,3-6 14 0,3-4-11-16,5-3-12 0,1-2-2 15,1-4-3-15,-1-1-4 16,1-1-4-16,-2 1-1 15,-1 1 10-15,-8 3-7 16,3 5-1-16,-3 1-3 16,-4 7 13-16,-2 1-3 15,2 3 3-15,-4 2 0 16,0 1 1-16,0 0 6 16,0 0-7-16,0 0 3 15,0 0 3-15,0 0-6 16,0 0 0-16,0 0 3 15,0 0-2-15,0 4-1 0,0 6 0 16,0 5 0-16,-6 2 1 16,2 7 3-16,-2 4 3 15,-2 4 2-15,3 2 0 16,-3 0 4-16,-2 3-5 16,2 2-3-16,-3 3 1 15,1-3-1-15,4-5 3 16,-1-8-4-16,5-7 3 15,-2-7-2-15,4-3-5 16,0-5-10-16,-2-4-23 16,2 0-64-16,-4 0-107 15,2-2-266-15</inkml:trace>
  <inkml:trace contextRef="#ctx0" brushRef="#br2" timeOffset="6457.54">19075 9318 93 0,'0'0'174'16,"0"0"-105"-16,0 0 23 15,0 0 2-15,0 0-10 16,0 0-3-16,0 0-10 16,0 0-10-16,0 0-8 15,0 0 10-15,0 0-7 16,0 0-20-16,0 0-5 15,0 0 0-15,13 0-4 0,-5 0-12 16,7-2 5-16,-3-1-2 16,0 1-5-16,7-1-5 15,-5 3-8-15,3 0 0 16,-1 0 0-16,-3 0-1 16,-5 0-8-16,2 0-10 15,-3 5-9-15,-1 0-12 16,-4 1-28-16,4 0-3 15,-6 0-61-15,0 0-87 16,0-4-89-16</inkml:trace>
  <inkml:trace contextRef="#ctx0" brushRef="#br2" timeOffset="7124.73">19210 9167 382 0,'0'0'32'16,"0"0"62"-16,0 0-16 15,0 0-50-15,0 0 3 16,0 0 5-16,-6 3 16 16,6 6-1-16,-3 5-15 15,3 0 10-15,-4 5 5 16,2 1-16-16,-2 3-5 15,-2 2-17-15,-4 3 4 0,1 0-7 16,3 1-6-16,0 0-4 16,0-3-2-16,2-4-53 15,4-9-116-15,0-5-200 16</inkml:trace>
  <inkml:trace contextRef="#ctx0" brushRef="#br2" timeOffset="8765.67">19714 9069 0 0,'0'0'287'0,"0"0"-212"15,0 0-16-15,0 0-8 16,0 0-2-16,0 0 5 15,0-20 10-15,0 17-2 16,0 3-27-16,0-2-22 16,0 2 1-16,0 0 8 15,0 0-1-15,0 0 19 16,-2 0 0-16,-2-1 2 16,2 1-3-16,-2 0-4 15,-2 0-15-15,3 0-8 16,-3 0-4-16,2 0-6 0,-2 0 5 15,0 1 11 1,4 1-1-16,-5 5-5 0,-3-2 4 16,6 0 1-16,-2 2-2 15,-2-2-12-15,1 2 4 16,1 2-5-16,0-3 3 16,0 4-1-16,0 0 3 15,-1 0-4-15,1 1 1 16,0-1 1-16,0 4-4 15,2-4 0-15,1 1 0 16,-1-1 0-16,2 3-1 16,-2 0 0-16,0 6 0 0,4-3 0 15,0 3 0-15,-2 0 0 16,2 2 0-16,0-6-1 16,0 1 1-16,0-4 0 15,0 0-1-15,0-1 1 16,0 0 0-16,0-2 0 15,6 0-3-15,-2 0-1 16,-2 0 4-16,5-1 1 16,-3 1-1-16,2-1-1 15,0 3 1-15,-4-2 0 16,4 2 0-16,-1-2-1 16,1 4 1-16,0-1 1 15,0-3-1-15,0 1 0 16,-4-2 4-16,5 0-1 15,-1 0-2-15,0-2 3 0,0-4-3 16,-2 3-1 0,3-3-1-16,-1 2 1 0,0-4 1 15,0 2-1-15,0 1 0 16,1-3 0-16,-1 1 0 16,0-1 0-16,0 2 4 15,0 0-3-15,5-1-1 16,-5 0 0-16,0-1 3 15,-4 0-3-15,2 0 0 16,-4 2 0-16,0-2 0 16,0 0 0-16,0 0-3 15,0 0-15-15,0 0-28 0,0 0-42 16,0 0-128 0,0 0-233-16</inkml:trace>
  <inkml:trace contextRef="#ctx0" brushRef="#br2" timeOffset="22477.91">19900 9302 519 0,'0'0'184'0,"0"0"-50"0,0 0-26 16,0 0-51-16,0 0-1 16,0 0-7-16,0 0-2 15,0 0-9-15,-4 0-2 16,4 0-6-16,0 0-6 15,0 0 0-15,0 0 0 16,4 0-6-16,4 0 3 16,3 0-13-16,1 0-1 15,5 0-5-15,-3 0-1 16,5 0 5-16,-3 0-6 16,3 0-3-16,-7 3 3 15,5 0-3-15,-5 2-6 0,-3-3-3 16,1 1 2-1,-4-2-12-15,-4 2-7 0,2-2-35 16,-4 2-37-16,0-1-97 16,0 2-151-16</inkml:trace>
  <inkml:trace contextRef="#ctx0" brushRef="#br2" timeOffset="23061.94">20264 9311 749 0,'0'0'129'16,"0"0"9"-16,0 0-33 15,0 0-88-15,0 0 6 16,0 0 0-16,50-32-17 16,-32 14-4-16,1-3-2 0,4-1-9 15,-5-3-14 1,5 4-17-16,-9 0-4 0,3 0-2 15,-3-1 10-15,-1 5-27 16,-3 3-13-16,2 4 14 16,-5 4-4-16,-1 2 33 15,-6 1 24-15,4 3-11 16,-4 0 0-16,0 0 20 16,0 8 6-16,0 4 23 15,0 0 5-15,-10 1-4 16,1 2 10-16,-1 1-4 15,4 2-4-15,-4 4-2 16,1 4-1-16,-3 3 0 16,-1 4 1-16,-3 1-7 15,-3 4 1-15,1 0 9 0,1-3-3 16,3-2-1-16,1-7-12 16,7-8-15-16,6-10-2 15,0-8-34-15,0 0-89 16,13-16-148-16,7-13-71 15</inkml:trace>
  <inkml:trace contextRef="#ctx0" brushRef="#br2" timeOffset="23572.56">20671 9120 476 0,'0'0'132'15,"0"0"27"-15,0 0-72 16,0 0-47-16,0 0 12 15,0 0-13-15,0 0-9 16,0 8-1-16,-4 0-8 16,2 4-16-16,-4 2 1 0,0 3-3 15,-5 2-2 1,-1 2-1-16,-1 3 0 0,-1-1-1 16,2-1-2-16,-3-2 0 15,7-4-1-15,2 2-8 16,-1-7 2-16,3-3-5 15,4-1-8-15,0-4-2 16,0 1 4-16,0-1 6 16,4-2 13-16,9 1 2 15,-1-2 2-15,11 0 11 16,-2 0-1-16,1 0 21 16,3 0-24-16,-2-6-9 0,-4 0-5 15,-5 3-43 1,-2 0-37-16,-5 1-100 0,-3 2-40 15,-2 0-139-15</inkml:trace>
  <inkml:trace contextRef="#ctx0" brushRef="#br2" timeOffset="23818.06">20750 9292 625 0,'0'0'120'0,"0"0"10"15,0 0-80-15,0 0-27 0,0 0 13 16,0 0-13 0,-35 81-5-16,22-53-2 0,1 0-11 15,4-3-5-15,-3-2-31 16,7-6-121-16,4-5-222 15</inkml:trace>
  <inkml:trace contextRef="#ctx0" brushRef="#br2" timeOffset="24103.64">20913 9384 593 0,'0'0'128'16,"0"0"-7"-16,0 0-23 16,0 0-81-16,0 0 8 15,0 0 2-15,2 24-9 16,-2-6 1-16,-8 1-5 15,-2 3-14-15,1 2-10 16,-1 1-31-16,8-8-59 16,-2-7-125-16,4-9-142 15</inkml:trace>
  <inkml:trace contextRef="#ctx0" brushRef="#br2" timeOffset="24596.73">21116 9238 726 0,'0'0'43'0,"0"0"74"0,0 0-61 15,0 0-52-15,0 0 31 16,0 0-27-16,39-41-8 16,-25 23-4-16,5 0-28 15,-2 0-15-15,-5 2-15 16,0 3-2-16,-1 1 21 16,-5 4 9-16,-4 3 4 15,-2 2 26-15,0 3 4 16,0-1 17-16,0-1-1 15,0 2-4-15,0 0-1 16,0 0 24-16,0 0-10 16,0 0 3-16,0 8-1 15,-2 3-2-15,-2 2 20 0,-2 3-3 16,-3 5-21-16,-1 3-3 16,0 4 9-16,-5 4-7 15,5 1-2-15,-5 0-1 16,3 4-4-16,0-8-4 15,1-5-9-15,7-8-4 16,4-10-34-16,0-6-117 16,0-10-197-16</inkml:trace>
  <inkml:trace contextRef="#ctx0" brushRef="#br2" timeOffset="25116.72">21362 9104 220 0,'0'0'259'16,"0"0"-206"-16,0 0 112 15,0 0-66-15,0 0 3 16,0 0-11-16,31 12-26 16,-19-6-24-16,0 2-5 15,7-5-12-15,-2 0-9 0,3-3-15 16,3 0-9-16,0 0-5 16,-3 0-8-16,-1-2-8 15,-7-2-28-15,-1 1 15 16,-9 3 5-16,-2 0 21 15,0 0 17-15,0 0 13 16,-2 3 2-16,-11 7-4 16,-3 3 5-16,3 2 10 15,1 5 4-15,-2 1 9 16,-1 3-2-16,1 1 3 16,-5 2 3-16,2 1-2 0,-1 0-11 15,5-1-13 1,1-1 3-16,0-2-17 0,5-5-3 15,3-8-8-15,2-5-29 16,2-4-44-16,0-2-67 16,0 0-103-16,0-11-29 15,0-5-235-15</inkml:trace>
  <inkml:trace contextRef="#ctx0" brushRef="#br2" timeOffset="25320.02">21351 9297 684 0,'0'0'108'0,"0"0"27"15,0 0 18-15,0 0-114 0,0 0-11 16,0 0 29-16,23-1-9 16,-4 1-12-16,5 1-12 15,1 2-24-15,4 2-2 16,-2 1-43-16,0 1-77 15,-6 1-23-15</inkml:trace>
  <inkml:trace contextRef="#ctx0" brushRef="#br2" timeOffset="27551.06">21763 9318 235 0,'0'0'225'16,"0"0"-176"-16,0 0 92 16,0 0-42-16,0 0-38 0,0 0 2 15,0 0-8-15,0 0-1 16,-19-5-4-16,15 5-17 15,4 0-17-15,0 0-9 16,0 0-7-16,0 0 1 16,6 0-1-16,7 0 13 15,3 0-1-15,3 0 0 16,-1 0-2-16,5 0-9 16,-9 0-1-16,3 0-20 15,-5 5-44-15,-5 3-142 16,-3 3-132-16</inkml:trace>
  <inkml:trace contextRef="#ctx0" brushRef="#br2" timeOffset="28105.41">22126 9136 666 0,'0'0'45'0,"0"0"55"16,0 0 37-16,0 0-59 16,0 0-31-16,0 0-4 15,85 52-21-15,-60-52 3 16,-2 0-6-16,2 0-7 16,-5-9-12-16,3 0-3 15,-11 1-1-15,1 3-17 16,-7 3 9-16,-2 2 2 15,-4 0 4-15,0 0 5 16,0 0 1-16,0 0-1 0,-4 6 0 16,-8 6-2-16,-5 8 3 15,3 2 0-15,-5 1 8 16,0 7 5-16,-3-1 1 16,3 6 5-16,-4 1-1 15,5-3-2-15,3 2-2 16,3-5-4-16,6-8-10 15,1-9-1-15,5-8-21 16,0-5-56-16,0 0-108 16,5-5-139-16,3-16-70 15</inkml:trace>
  <inkml:trace contextRef="#ctx0" brushRef="#br2" timeOffset="28352.1">22091 9326 391 0,'0'0'332'15,"0"0"-288"-15,0 0 61 16,0 0 1-16,0 0-40 16,0 0-3-16,54 21-9 15,-29-17-17-15,0-2-5 0,-1-2-18 16,5 0-14-1,0 0-4-15,-2 0-34 0,2 0-50 16,-6 5-30-16,-4 1-137 16,-7 5-237-16</inkml:trace>
  <inkml:trace contextRef="#ctx0" brushRef="#br2" timeOffset="28696.36">22459 9392 501 0,'0'0'93'0,"0"0"57"15,0 0-54-15,0 0-52 16,0 0 13-16,0 0-20 16,-6 53-19-16,0-32-2 15,0 1-10-15,2-4-6 16,1-2-2-16,3-2-68 15,0-7-126-15,0-7-131 16</inkml:trace>
  <inkml:trace contextRef="#ctx0" brushRef="#br2" timeOffset="29170.69">22680 9225 465 0,'0'0'132'16,"0"0"-20"-16,0 0 41 0,0 0-86 15,0 0-14-15,0 0-14 16,-39 13-28-16,27 4 4 15,-1 6 6-15,3 1 0 16,-7 6 10-16,9 1-4 16,-2-2-4-16,4 0 5 15,4-4-5-15,2-4-16 16,0-4-7-16,14-10-2 16,5-7-14-16,8 0-3 15,-1-9-34-15,3-10 26 0,0-3-16 16,-10-2 37-1,-5-1-18-15,-3 4 24 0,-9-3 3 16,-2 3 3-16,0-3 4 16,0 5 8-16,-13 5-5 15,-1 5-2-15,-5 6 8 16,3 3-15-16,-3 0-4 16,9 0-44-16,2 4-56 15,3 4-199-15,3-3-168 16</inkml:trace>
  <inkml:trace contextRef="#ctx0" brushRef="#br2" timeOffset="29687.81">22897 9198 709 0,'0'0'48'0,"0"0"-3"15,0 0 19-15,0 0-56 16,0 0 14-16,0 0-15 16,44-20-3-16,-28 20 2 15,3 0 2-15,-7 0 4 16,1 3 4-16,-3 9-7 0,-4-1-5 15,-4 3 13 1,-2 0-3-16,0-3-12 0,0 4 1 16,-2 0 0-16,-10 0-1 15,-5-1-2-15,-5 3 0 16,1 5-2-16,-2-2-10 16,3 3-3-16,-7-1-17 15,8-1 11-15,5-4 12 16,3-1 9-16,5-5 1 15,6-1 1-15,0-1 1 16,0-1-1-16,0-1 4 16,6 0 0-16,7-2 18 15,3-2 7-15,3 3 10 16,4-2-4-16,1 2 0 16,1-4-27-16,4-2-10 0,-4 0-8 15,2 0-44-15,-2-8-78 16,-5-5-52-16,-7-2-124 15</inkml:trace>
  <inkml:trace contextRef="#ctx0" brushRef="#br2" timeOffset="29995.2">22860 9264 697 0,'0'0'104'0,"0"0"-19"15,0 0 23-15,0 0-76 16,0 0 33-16,0 0-11 16,42 28-22-16,-24-12 18 15,1 0-12-15,-1 4-9 16,-3 5-10-16,-1 5 2 15,1 3-18-15,-3 2-1 16,-1-1-2-16,1-2-4 16,2-6-37-16,-1-7-64 15,3-7-78-15,-3-9-527 0</inkml:trace>
  <inkml:trace contextRef="#ctx0" brushRef="#br2" timeOffset="30289.26">23346 9392 1116 0,'0'0'37'16,"0"0"-34"-16,0 0-3 16,0 0-67-16,0 0-112 15,0 0-337-15</inkml:trace>
  <inkml:trace contextRef="#ctx0" brushRef="#br2" timeOffset="31313.68">23365 9095 276 0,'0'0'270'0,"0"0"-217"15,0 0 77-15,0 0-67 16,0 0-22-16,0 0 39 16,4 0-14-16,2 7-14 0,0-2 0 15,0 3-9 1,1 0-9-16,-1 5-8 0,0 2-8 16,0 2-3-16,0 3-5 15,-4 1-9-15,3 3 1 16,-5-2-1-16,0 5 2 15,0 0-2-15,0 3-1 16,0 0 1-16,-13 1 0 16,1 0 6-16,-5 0 1 15,3-2 0-15,-9 2 0 16,7-5-3-16,1-3-3 16,3-6 0-16,-5-4-2 15,11-3-4-15,0-7-13 0,4-3-17 16,2-2-67-1,0-17-262-15</inkml:trace>
  <inkml:trace contextRef="#ctx0" brushRef="#br2" timeOffset="31780.43">23675 9327 763 0,'0'0'261'16,"0"0"-166"-16,0 0 30 15,0 0-107-15,0 0-18 16,0 0-24-16,10 0-60 16,2 0-167-16,1-1-586 15</inkml:trace>
  <inkml:trace contextRef="#ctx0" brushRef="#br2" timeOffset="32656.47">24014 9196 247 0,'0'0'364'0,"0"0"-263"16,0 0 73-16,0 0-98 15,0 0-17-15,0 0-10 16,-2-20-17-16,-2 19-3 15,-3-1-3-15,5 2-3 16,-2 0-6-16,-2 0-8 16,0 0-7-16,-5 2 1 15,-1 11 0-15,-2 5 5 16,-3 2-4-16,-2 6 2 16,7 0-5-16,-5 1 9 15,9 1-7-15,4-5 3 16,2 3-2-16,2-7-3 0,0-2-1 15,2 0 0 1,17-9-4-16,1-5-1 0,-1-3-6 16,6 0 4-16,2-9-20 15,-1-7 19-15,-1-4-25 16,-4 1 13-16,-5-3 9 16,-1-1 6-16,-5-1 5 15,-4 1 0-15,-6 1 8 16,0-1 4-16,0 2 3 15,-6 6 2-15,-6 2-6 16,-5 8 13-16,-1 3-21 16,-1 2-3-16,1 0 0 15,1 8-8-15,5 7 6 0,3-2-26 16,-1 2-18-16,8-1-80 16,2 1-118-16,0-2-83 15</inkml:trace>
  <inkml:trace contextRef="#ctx0" brushRef="#br2" timeOffset="32958.95">24227 9330 716 0,'0'0'42'0,"0"0"6"15,0 0 11-15,0 0-49 16,0 0 24-16,0 0-7 16,-15 88-3-16,9-58-2 15,-4 2 1-15,3-4-10 16,5-6-5-16,-2-9-8 15,4-6-51-15,0-7-114 16,6 0-217-16</inkml:trace>
  <inkml:trace contextRef="#ctx0" brushRef="#br2" timeOffset="33533.25">24365 9200 416 0,'0'0'82'0,"0"0"61"15,0 0 36-15,0 0-96 16,0 0-2-16,0 0-24 0,19-49-37 15,-9 42-5-15,5 3-9 16,-3 0-1-16,4 4 4 16,-1 0-9-16,-1 0-2 15,-5 2 2-15,1 8-1 16,-4 4-3-16,0 2-3 16,-3 2-2-16,-3 3 5 15,0-2 4-15,0 2 1 16,0-1 4-16,-3-5 8 15,-7 1-4-15,2-5-9 16,-2 0 0-16,-3-2-1 16,1-1-4-16,-5-1-10 0,-1 3-11 15,-1 1 9 1,0 3 2-16,3-2 9 0,-3 2-2 16,11 0 8-16,-4-2 0 15,7-5 0-15,5 1 0 16,0-1 2-16,0-3 2 15,5 3 1-15,7-1 2 16,0-2 4-16,3 2-1 16,1-2-5-16,3 4 16 15,0-2-17-15,-1 3-4 16,5-1-35-16,0 0 15 16,-5 0-76-16,-3-3-25 15,-3-3-195-15</inkml:trace>
  <inkml:trace contextRef="#ctx0" brushRef="#br2" timeOffset="33937.43">24433 9209 771 0,'0'0'67'16,"0"0"31"-16,0 0 34 15,0 0-111-15,0 0 13 16,0 0-1-16,-8 29-9 15,8-18 4-15,0 1 1 16,0 1-2-16,8 7 1 16,5-1-5-16,3 4-1 15,1 2-10-15,1 4-12 16,-5 5 2-16,-1 4-2 16,-3-2 0-16,-3-1-12 15,0-4-16-15,-2-7-33 16,-4-10-43-16,0-6-320 15</inkml:trace>
  <inkml:trace contextRef="#ctx0" brushRef="#br2" timeOffset="34555.41">24826 9305 35 0,'0'0'829'15,"0"0"-823"-15,0 0 52 16,0 0 34-16,0 0-28 16,0 0-12-16,48 0-24 15,-36 0-14-15,3 1-2 16,1-1-12-16,-4 3 0 0,5 1-14 16,-5 1-24-16,1 3-35 15,-7 3-54-15,-4-1-44 16,-2 1-94-16</inkml:trace>
  <inkml:trace contextRef="#ctx0" brushRef="#br2" timeOffset="34845.78">24820 9379 618 0,'0'0'171'0,"0"0"-108"16,0 0 92-16,0 0-86 16,0 0-9-16,0 0 0 15,31 0-24-15,-12 0-9 16,-3 0-13-16,5 2-10 15,1 1-4-15,-3 2-11 16,0-2-39-16,-7 5-109 16,-8 0-360-16</inkml:trace>
  <inkml:trace contextRef="#ctx0" brushRef="#br2" timeOffset="45428.43">25395 9144 681 0,'0'0'113'15,"0"0"-9"-15,0 0 31 16,0 0-81-16,0 0-18 15,0 0 1-15,0 0-19 0,24-42-1 16,-22 38-4-16,5 1-7 16,3 3-4-16,-4-1 2 15,9-2-4-15,-1 3 0 16,-1 0-1-16,-1 0-3 16,-4 0-1-16,-2 0-12 15,1 4-6-15,-7 8 13 16,0 1 10-16,0 7 4 15,-9-1 0-15,-7 1-4 16,-3-2-4-16,1 2 3 16,-1-4-5-16,0 0-1 15,1 1 3-15,-1-4-7 16,5 0 6-16,-1-3-3 0,3-3 3 16,1-3 5-16,3-1 0 15,4-3 2-15,2 2-2 16,-4-2 3-16,6 0-3 15,-4 0 5-15,4 0 6 16,0 0-2-16,0 0 4 16,0 0-8-16,0 0-1 15,0 0-4-15,0 0 2 16,0 0 0-16,10 1 8 16,2 2-3-16,-3-2-2 15,3 2 0-15,5-1-3 0,-1 0 3 16,5 1 2-1,-3 1-6-15,1 1 4 0,0 0 3 16,-3 1 0-16,1-1-7 16,-9 0 5-16,2 0-6 15,-8-2-1-15,-2-2 1 16,5-1 2-16,-5 0-2 16,0 0-6-16,0 0-8 15,0 0-37-15,0-1-94 16,0-6-288-16</inkml:trace>
  <inkml:trace contextRef="#ctx0" brushRef="#br2" timeOffset="46192.28">25901 9120 300 0,'0'0'334'0,"0"0"-269"16,0 0 82-16,0 0-46 15,0 0-42-15,0 0 0 16,-8-22-24-16,2 21-6 15,1-1-3-15,3 2-1 16,-4 0-12-16,0 0-4 16,0 0-9-16,-5 0-2 0,3 7 2 15,-6 5 0 1,1-3 2-16,-1 8 0 0,-3 2-2 16,3 0-1-16,1 0 1 15,-1 3 4-15,2-3-3 16,3 1-2-16,3 0 1 15,6-1-1-15,0 0-5 16,0-1 5-16,0-1-2 16,12-4-4-16,3-5 0 15,6-2 5-15,3-6-17 16,1 0 4-16,-4 0-5 16,2-6-11-16,-5-2 2 15,-7-1 8-15,-5 4-16 16,-4-1 32-16,-2-2 5 15,0-1 13-15,0 1 10 0,-13 2-5 16,-1-1 3-16,-3 3-9 16,-1-1 1-16,-1 5-7 15,1 0 10-15,-1 0-15 16,7 0-1-16,-1 5 0 16,3 1-6-16,6-1-15 15,2-2-24-15,2 0-38 16,0 0-68-16,6-3-68 15,10 0-84-15</inkml:trace>
  <inkml:trace contextRef="#ctx0" brushRef="#br2" timeOffset="46723.58">26130 9226 639 0,'0'0'79'16,"0"0"-40"-16,0 0 105 15,0 0-74-15,0 0-33 0,0 0-11 16,-2 20-13-16,11-20 2 16,1 0-7-16,2-3 2 15,3-11-4-15,1 0-6 16,3-8-17-16,-2 2-24 16,1-2 7-16,1-4-32 15,-5 4-6-15,-1 4 2 16,-7 3 42-16,2 7 19 15,-8 4 9-15,0 4 26 16,0 0 8-16,0 0 2 16,0 0 0-16,0 0-24 0,-8 7-9 15,2 5 4 1,-1 2 1-16,1 7 9 0,-2 0 5 16,2 3 10-16,-5 4 0 15,3 0-5-15,-2 1-8 16,2-2-3-16,-3-4-9 15,5 0-7-15,0-8-1 16,6-1-36-16,0-7-88 16,0-4-145-16</inkml:trace>
  <inkml:trace contextRef="#ctx0" brushRef="#br2" timeOffset="47033.62">26374 9292 276 0,'0'0'367'16,"0"0"-355"-16,0 0 41 15,0 0-5-15,0 0 6 16,0 0-2-16,-8 79-22 16,2-58 6-16,-4 4 21 15,8-5-9-15,-5-1-22 0,3-8-26 16,4-2-5-16,0-9-106 16,0 0-184-16,11-20-335 15</inkml:trace>
  <inkml:trace contextRef="#ctx0" brushRef="#br2" timeOffset="47585.91">26610 9057 302 0,'0'0'131'15,"0"0"-123"-15,0 0 93 16,0 0-9-16,0 0-39 15,0 0 17-15,0 25-3 16,0-16-18-16,-2 3-2 16,-2 1 5-16,-2-1-26 15,-1 4 4-15,1 2-20 0,0 0-1 16,-6 2-3-16,1-1-4 16,3 2-2-16,-2-4 0 15,1-4-3-15,3-2-1 16,2-4-2-16,4-3-9 15,0-2-26-15,0 0-3 16,0-2 29-16,4 0 15 16,9 0 6-16,-1 0 23 15,0 0-5-15,1 0 7 16,5 0-17-16,-1 0-10 16,-3 0-1-16,-1 0-3 15,-1-2-1-15,1 2-6 16,-3 0-13-16,2 0-27 15,-5 0-42-15,3 0-28 0,-8 0-40 16,2 0-74-16</inkml:trace>
  <inkml:trace contextRef="#ctx0" brushRef="#br2" timeOffset="47916.55">26742 9185 449 0,'0'0'92'15,"0"0"-17"-15,0 0 80 16,0 0-81-16,0 0-20 15,0 0 14-15,-18 8-14 16,14 5-3-16,-3 0-1 16,1 1-10-16,0 2-9 15,-2 4 2-15,-3 2-9 16,-1 3-9-16,-5 1-8 16,9-2-7-16,-2-1-15 15,8-9-66-15,-4-4-233 0</inkml:trace>
  <inkml:trace contextRef="#ctx0" brushRef="#br3" timeOffset="53795.2">15751 10177 548 0,'0'0'164'0,"0"0"-74"15,0 0-15-15,0 0-43 16,0 0 32-16,0 0 29 15,48-11-39-15,-36 4 2 16,-3-4-6-16,7-5-16 16,-1-3-10-16,1-8-13 15,9-8-11-15,-2-2-1 16,-5-7-6-16,3-2-10 16,0-3 7-16,-7 1-4 15,-3-1-3-15,-9 10-18 16,-2 4 30-16,0 11-15 0,0 9 16 15,0 5 4-15,0 7 5 16,-2 1-4-16,-5 2-2 16,1 0-3-16,2 0 3 15,-2 6-6-15,0 6 7 16,-5 4 3-16,9 2 2 16,-8 3 4-16,8 2 2 15,-9 1-1-15,5 1-1 16,0 7 6-16,-2 0-2 15,-3 5 1-15,3 3 6 16,2-1 5-16,0 0 1 16,2-2-9-16,4-1-4 15,0-5-8-15,6-2-3 0,10-8-2 16,3-5-9-16,6-8-19 16,0-8-30-16,4 0-26 15,-3-8-114-15,-1-10-269 16</inkml:trace>
  <inkml:trace contextRef="#ctx0" brushRef="#br3" timeOffset="54358.1">16103 10261 496 0,'0'0'256'0,"0"0"-198"15,0 0 92-15,0 0-79 0,0 0-46 16,0 0 16-16,0 1-13 16,0-1-15-16,0-3-7 15,8-8 16-15,2-3-11 16,3-7-11-16,-1 0-38 15,5 0-1-15,-9 2-17 16,4 2-14-16,-5 5 25 16,-1 4 9-16,-6 7 27 15,0 1 9-15,0 0 18 16,0 0 10-16,0 4-5 16,-6 11-16-16,-1 8 5 0,-5 7 10 15,0 4 5 1,-1 7-4-16,-3-3 8 0,10-2 3 15,-1-5-23-15,7-11-11 16,0-8-19-16,0-6-29 16,0-6-144-16,11 0-168 15</inkml:trace>
  <inkml:trace contextRef="#ctx0" brushRef="#br3" timeOffset="54876.05">16239 10338 716 0,'0'0'94'0,"0"0"-2"16,0 0 31-16,0 0-103 16,0 0-3-16,0 0 16 15,21-14-1-15,-13 0-12 0,5-6-12 16,-3-1-8-16,2 0-12 15,-3-1-25-15,3 2-9 16,-2 3-20-16,-3 5 18 16,-3 6 19-16,-2 4 29 15,-2 2 3-15,0 0 20 16,0 0 7-16,0 4-2 16,-2 4-15-16,-4 4 27 15,-3 3-1-15,3 3-5 16,-2 2-3-16,2 3 8 15,-5 6-9-15,-1 2-3 16,6 1-3-16,-1-4-15 16,-1-1-4-16,8-4-5 15,0-7-31-15,0-10-76 16,0-6-317-16</inkml:trace>
  <inkml:trace contextRef="#ctx0" brushRef="#br3" timeOffset="55680.5">16494 10250 9 0,'0'0'644'15,"0"0"-596"-15,0 0 101 16,0 0-24-16,0 0-72 15,0 0 2-15,-3 0-17 16,3 0-10-16,0 0 7 16,0 0-2-16,9 0-7 0,3 0-9 15,9 0-9-15,0-2-8 16,-3-2-8-16,5 1-31 16,0 2-19-16,-9 1-43 15,-8 0-96-15,5 0-89 16,-11 0-70-16</inkml:trace>
  <inkml:trace contextRef="#ctx0" brushRef="#br3" timeOffset="55955.49">16487 10316 544 0,'0'0'206'16,"0"0"-143"-16,0 0 98 15,0 0-92-15,0 0-27 16,0 0 28-16,13 1-17 16,-1 1-14-16,3 0-2 15,3-1-16-15,1 1-21 16,-1-1-2-16,3 1-22 15,0 0-47-15,-7 2-133 16,-10-2-353-16</inkml:trace>
  <inkml:trace contextRef="#ctx0" brushRef="#br3" timeOffset="64506.65">16911 10288 12 0,'0'0'573'15,"0"0"-402"-15,0 0 0 16,0 0-59-16,0 0-44 15,0 0-11-15,0 0-16 16,-2-2-2-16,2 2-6 16,0 0-5-16,0-1 1 15,0 1-11-15,0 0-3 16,0 0-13-16,0-3-2 16,8 1 5-16,5-2-4 15,5-1 0-15,-1 2 3 0,6 1-4 16,-5 2 2-16,1 0-5 15,-1 0-3-15,-3 0-3 16,-3 0 0-16,-1 0-15 16,-5 5-12-16,-2-2-9 15,-2 2-36-15,-2-2-56 16,0 3-186-16</inkml:trace>
  <inkml:trace contextRef="#ctx0" brushRef="#br3" timeOffset="69607.89">17325 10078 432 0,'0'0'121'0,"0"0"25"16,0 0-28-16,0 0-33 16,0 0 0-16,0 0-17 15,0 0-17-15,0-10-2 16,0 10-7-16,0-2-10 16,0 2-13-16,0 0-10 0,0 0-8 15,0 0-1 1,0 0-8-16,6 0 4 0,4 0 4 15,2 3 0-15,5 4 6 16,-3 0 0-16,-1-2 1 16,-1 1-2-16,1-3-3 15,-3 1-2-15,0-3-1 16,-1-1-3-16,-5 2-3 16,-2-2 0-16,2 1-2 15,-4 1-5-15,0-2-4 16,0 3 5-16,0-3-3 15,0 3 2-15,0 2 14 16,0 5 12-16,-6 3-7 16,-7 5 0-16,-1 3-3 0,-1 4 3 15,-3 4-3-15,-1 2 2 16,1 3 5-16,1-2-1 16,1-2 1-16,3-5-3 15,7-5-2-15,0-7-2 16,6-3-2-16,0-3-6 15,0-6-23-15,0-1-45 16,0 0-79-16,0 0-44 16,6-6-25-16,4-6-60 15</inkml:trace>
  <inkml:trace contextRef="#ctx0" brushRef="#br3" timeOffset="69916.14">17267 10262 505 0,'0'0'162'16,"0"0"-23"-16,0 0 9 15,0 0-97-15,0 0 9 16,0 0 13-16,27 6-22 0,-11-2-14 16,3 0-15-1,-1-1-7-15,5-3-9 0,-2 0-6 16,8 0-7-16,-5 0-30 16,5-7-48-16,-8 1-48 15,2 2-251-15</inkml:trace>
  <inkml:trace contextRef="#ctx0" brushRef="#br3" timeOffset="70543.09">17633 10141 193 0,'0'0'407'0,"0"0"-289"16,0 0 48-16,0 0-72 16,0 0-24-16,0 0-28 0,-13-6-33 15,9 6-8-15,2 4 2 16,-2 4-6-16,-2 4 1 16,-1-2-6-16,7 5-3 15,-2-7-4-15,2 1-5 16,0-2-10-16,0-2-17 15,0-1-8-15,0-1 2 16,9-1 2-16,1-1 26 16,6-1-10-16,-3 0 6 15,-1 0 2-15,1 2 9 16,-1 0 9-16,-4 3 9 16,-1 0 14-16,-1-2 4 15,-2 3 37-15,-2-1-35 16,-2 3 35-16,0 1-3 0,0 3-5 15,0 1 0-15,0 4-10 16,-8 0 8-16,-3-1-18 16,-1 0 10-16,-3-4-14 15,-1 0-5-15,1-6-17 16,-1-1-1-16,4-5-12 16,1 0-38-16,3-8-82 15,4-14-108-15,2-4-44 16</inkml:trace>
  <inkml:trace contextRef="#ctx0" brushRef="#br3" timeOffset="70785.1">17661 10105 26 0,'0'0'706'16,"0"0"-641"-16,0 0 81 15,0 0-67-15,0 0-2 16,0 0-9-16,44 0-30 16,-26 2-2-16,1 1 0 15,6 0-23-15,4-2-13 16,-4 0-1-16,4 2-18 16,-5 3-37-16,1 2-98 15,-6 1-225-15</inkml:trace>
  <inkml:trace contextRef="#ctx0" brushRef="#br3" timeOffset="71089.5">17947 10324 902 0,'0'0'103'0,"0"0"11"15,0 0 8-15,0 0-102 16,0 0-13-16,0 0-7 15,-4 0-21-15,14 0-36 16,2-2-151-16,1-1-293 16</inkml:trace>
  <inkml:trace contextRef="#ctx0" brushRef="#br3" timeOffset="71712.92">18118 10344 804 0,'0'0'39'0,"0"0"45"0,0 0 32 16,0 0-94-16,0 0 31 16,0 0-20-16,35-30-18 15,-22 15-5-15,5-2-6 16,-1-1-4-16,2 0-5 15,-5-1 0-15,-2 1-5 16,1 1-12-16,1 0 1 16,-5 3-5-16,-3-1 2 15,0 2-5-15,-2 0 26 16,-4 4 1-16,2 2 2 16,2 0-6-16,-4 4 6 15,0 3 0-15,0 0 4 16,0 0 3-16,0 0 10 0,0 0 1 15,0 0 7-15,0 0 0 16,0 7-3-16,0 5 1 16,0 4 0-16,-4 2 1 15,-2 6 6-15,0 1 4 16,0 2-1-16,4 3-4 16,-3 3-7-16,3-3-7 15,-2 0 3-15,4-2-12 16,0-7-2-16,0-2-4 15,0-8-7-15,0-2-27 0,0-6-76 16,0-3-214 0</inkml:trace>
  <inkml:trace contextRef="#ctx0" brushRef="#br3" timeOffset="73581.22">18602 10256 330 0,'0'0'212'0,"0"0"-64"16,0 0-21-16,0 0-37 15,0 0-14-15,0 0-8 16,0 0-18-16,2 0 0 16,2 0-11-16,9 0-8 15,-5 0 3-15,6 0-14 16,-1 0-7-16,-1 0-5 16,3 0-8-16,1 5 0 15,-3-4-15-15,1 1-8 16,3-2-9-16,-5 0-37 15,0 0-49-15,1-5-190 16,-7-8-152-16</inkml:trace>
  <inkml:trace contextRef="#ctx0" brushRef="#br3" timeOffset="73835.5">18730 10124 596 0,'0'0'171'0,"0"0"-7"16,0 0-54-16,0 0-78 15,0 0-16-15,0 0 9 0,-23 72 3 16,11-34-15-16,0-3-10 15,-1 3-3-15,1-2-57 16,-7-5-200-16</inkml:trace>
  <inkml:trace contextRef="#ctx0" brushRef="#br3" timeOffset="77436.25">19239 9953 350 0,'0'0'205'15,"0"0"-45"-15,0 0-27 16,0 0-45-16,0 0-28 15,0 0-4-15,0 0-7 16,0-12-3-16,0 12-10 16,-4 0-20-16,-5 0-16 15,-1 0 7-15,2 2-7 16,-5 7 0-16,3 0 4 16,-2 0-4-16,1 2 1 15,-1-3 2-15,4 6-3 0,-5-2 0 16,3-1-2-1,4 4-1-15,-3 0-4 0,1 0 3 16,0 2 0-16,2 2-9 16,-1 0 12-16,7-1-3 15,-6 1 1-15,2 2-2 16,2 0 5-16,-2 0 2 16,4 1-2-16,0-2 3 15,-2 1-2-15,2 0-1 16,0-2 3-16,0-2 2 15,0-1-3-15,2-2-2 16,4-2 2-16,4-2-2 0,3 3 4 16,3-7 0-1,-3 5-2-15,1-2 0 0,-1-4 0 16,3 2-2-16,-3-2-3 16,-5-2-26-16,6 2-18 15,-5 1-69-15,1-1-59 16,-8 1-55-16,-2 0-4 15</inkml:trace>
  <inkml:trace contextRef="#ctx0" brushRef="#br3" timeOffset="77931.92">19348 10203 232 0,'0'0'348'0,"0"0"-239"15,0 0 19-15,0 0-55 16,0 0-42-16,0 0 0 16,-4 0-13-16,4 0-8 15,0 0 14-15,0 3 9 16,13 2-20-16,-1-3 1 16,9-1-14-16,-1 1-2 15,9-2-25-15,-2 0-56 0,0 0-115 16,-8 0-258-16</inkml:trace>
  <inkml:trace contextRef="#ctx0" brushRef="#br3" timeOffset="78514.89">19665 9981 560 0,'0'0'190'0,"0"0"-98"16,0 0 63-16,0 0-101 15,0 0-37-15,0 0 1 16,22 0 14-16,-9 7 20 16,5-2-11-16,-3-1-18 0,7-3-16 15,1-1-2-15,-2 0-5 16,2 0-7-16,-5 0-16 15,-1 0-15-15,-9 0 7 16,-4 0-10-16,-2 0 7 16,-2 2 20-16,0 4 14 15,0 3 8-15,-8 5-6 16,-2-1 2-16,-3 5-3 16,-3 1-1-16,1 6 1 15,3 0-1-15,-1 4 1 16,1-1 2-16,2 0 2 15,-3 1 10-15,7-4 1 16,0-3-12-16,2 1 5 16,2-9-6-16,2-3-3 0,0-6-19 15,0-4-53-15,0-1-136 16,2 0-70-16,2-6-116 16</inkml:trace>
  <inkml:trace contextRef="#ctx0" brushRef="#br3" timeOffset="78751.09">19654 10205 448 0,'0'0'252'0,"0"0"-165"0,0 0 20 15,0 0-32-15,0 0 17 16,0 0-23-16,54-1-24 15,-35 1-8-15,-1 0-9 16,5 0-15-16,0 0-13 16,1 2-6-16,5-2-70 15,-2 0-169-15,-2 0-470 16</inkml:trace>
  <inkml:trace contextRef="#ctx0" brushRef="#br3" timeOffset="79423.1">20012 10062 440 0,'0'0'224'16,"0"0"-211"-16,0 0 66 0,0 0-64 15,0 0-8-15,0 0 2 16,27-56-3-16,-15 50 4 16,0 2 12-16,1 2 10 15,-1 2-14-15,1 0-9 16,-5 0 0-16,2 0-1 16,1 8 4-16,-3 2-7 15,-4-1-2-15,2 1-3 16,-4 1-1-16,-2-1 1 15,0 3 0-15,0 0-3 0,-6-1 2 16,-6 3 0 0,-5-2 1-16,3 2-3 0,-5-1 3 15,-4 2-6 1,5-1 5-16,-5-1-10 0,9 0 8 16,1-3 2-16,1-2-1 15,6 2 2-15,1-5 0 16,5 4-15-16,0-1 15 15,0 3 6-15,0 2 11 16,0-3-2-16,0 3 21 16,5-5-14-16,3-2 7 15,8-2-12-15,3-5 11 0,6 0-15 16,0 0-13 0,3-12-17-16,-3-2-44 15,-6 1-54-15,-3 3-106 0,-7-1-154 16</inkml:trace>
  <inkml:trace contextRef="#ctx0" brushRef="#br3" timeOffset="79767.39">19993 10075 256 0,'0'0'272'15,"0"0"-254"-15,0 0 72 16,0 0-59-16,0 0 24 16,0 0 19-16,6 13 0 15,-1 1-14-15,3-1 3 16,2 4-4-16,0-3-22 15,3 3 5-15,1-3-17 16,-1-1-5-16,5 3-18 16,1-2-2-16,4 1-6 15,-5 0-40-15,1 1-49 16,-9 6-96-16,-4-2-83 16,-6-3-213-16</inkml:trace>
  <inkml:trace contextRef="#ctx0" brushRef="#br3" timeOffset="80170.84">20239 10243 449 0,'0'0'36'0,"0"0"67"15,0 0 21-15,0 0-87 16,0 0-6-16,0 0-2 15,6 0-5-15,-6 0 22 16,7 0-12-16,-7 0 4 16,2 3 0-16,-2 5-3 15,0 4-12-15,0 4 3 16,0 3-16-16,0 4-10 16,0-4-1-16,0 2-25 0,-7-4-128 15,1-4-278-15</inkml:trace>
  <inkml:trace contextRef="#ctx0" brushRef="#br3" timeOffset="81521.89">20628 9948 176 0,'0'0'79'0,"0"0"-73"16,0 0 2-16,0 0-7 0,0 0 4 16,0 0-3-1,-29 0 1-15,23 0 17 0,-1 0 18 16,5 0-27-16,-6 0 4 15,2 0-10-15,0 0-4 16,0 0-2-16,-1 0-9 16,1 0-2-16,4 0 4 15,-4 0 1-15,2 0 7 16,-2 0 5-16,3 0 3 16,-1 0-3-16,2 0 0 15,2 0 3-15,-4 0 13 16,2 0 11-16,-2 0 33 0,2 0-5 15,-2 0 19 1,4 0-4-16,0 0-24 16,0 0-12-16,0 0-6 0,0 0-1 15,0 0-2-15,0 0 9 16,0 0-2-16,0 0-8 16,0 0 11-16,0 0 0 15,0 0-8-15,0 0-11 16,0 0-6-16,0 0-1 15,0 0-14-15,0 0 0 16,0 0 6-16,4 0 1 16,4 0 0-16,5 0 7 15,3 3-7-15,-4-1-6 16,1 2 2-16,3-1-3 16,-7 1-1-16,1-2-1 15,-2-1 2-15,-2-1 4 16,1 0-4-16,-3 0-10 0,-4 0 5 15,2 0 4-15,-2 0 2 16,0 0 7-16,0 0-3 16,0 0 3-16,0 0-2 15,0 0-5-15,0 0 10 16,0 6-11-16,0 5-1 16,-8 3 1-16,-3 8 4 15,-1 3 3-15,-3 3 3 16,-1 3-6-16,3-2 10 15,-3 1-8-15,4-4 0 16,3-2-2-16,3-6-4 16,2-6 0-16,4-4-3 0,0-5-13 15,0-1-33-15,0-2-35 16,0 0-62-16,0 0-60 16,4-5-85-16</inkml:trace>
  <inkml:trace contextRef="#ctx0" brushRef="#br3" timeOffset="81793.82">20460 10136 594 0,'0'0'113'0,"0"0"14"0,0 0 8 15,0 0-91-15,0 0 48 16,0 0-23-16,40 5-13 16,-20 0-2-16,3-4-15 15,2-1-16-15,0 0-20 16,-3 0-3-16,-1 0-8 16,-2 0-36-16,1 1-38 15,-5 1-166-15,-5 0-427 16</inkml:trace>
  <inkml:trace contextRef="#ctx0" brushRef="#br3" timeOffset="82349.31">21000 10099 356 0,'0'0'437'0,"0"0"-388"16,0 0 86-16,0 0-44 16,0 0-65-16,0 0 25 15,25 0-21-15,-13 0-10 16,-2 0-9-16,7 0 0 15,2 0-11-15,-5 0-23 16,5 0-56-16,-3 2-129 16,-10-1-273-16</inkml:trace>
  <inkml:trace contextRef="#ctx0" brushRef="#br3" timeOffset="83435.42">21513 9997 423 0,'0'0'183'0,"0"0"-40"16,0 0-14-16,0 0-74 16,0 0-7-16,0 0 10 15,31-33-17-15,-17 22 1 0,-2 3-11 16,7 3-2 0,-5 4-19-16,1 1-10 0,-5 0-2 15,-4 0-2-15,1 4 4 16,-5 9 4-16,-2 1-4 15,0 2-9-15,0 3-3 16,-6-1 4-16,-7 1-14 16,-1 1-2-16,-3 0-8 15,-6-3-19-15,9-1 4 16,-5 1-5-16,3-5-9 16,1 2 19-16,-1-3 15 15,3 0 5-15,3-4 9 16,2-1 13-16,2 0 0 15,6 0 9-15,0 2 5 16,0 2 14-16,0 2 28 0,0 1 7 16,8-2-8-16,8-1-14 15,-1 1-9-15,1-3-9 16,3-6 1-16,4 1-14 16,-5-3-10-16,3 0-11 15,0 0-15-15,-7 0-63 16,3 0-91-16,-11-3-134 15</inkml:trace>
  <inkml:trace contextRef="#ctx0" brushRef="#br3" timeOffset="83751.53">21521 9993 320 0,'0'0'191'0,"0"0"-51"16,0 0 19-16,0 0-57 15,29 76-21-15,-21-57 2 16,2 0-34-16,3 0-6 15,3-1-12-15,3-1 9 16,2 0-27-16,3-2-13 16,9 3-9-16,1-2-21 0,-3 7-67 15,-9-4-209-15,-9 2-273 16</inkml:trace>
  <inkml:trace contextRef="#ctx0" brushRef="#br3" timeOffset="84431.27">21926 9939 549 0,'0'0'72'0,"0"0"31"16,0 0 33-16,0 0-50 16,0 0-2-16,0 0-28 15,27 50-11-15,-11-39-23 16,3-5-7-16,0-1-7 15,3-5-8-15,3 0-9 16,-2 0-15-16,-2 0-5 16,-9-2-17-16,-6-1 3 15,0 0 2-15,-2 2 28 16,-4-3 13-16,0 3 9 0,0 0-4 16,-4 1 0-1,-8 0 2-15,4 0-1 0,-5 7 1 16,1 5 15-16,-1 6 3 15,-1 0 1-15,0 7 2 16,1 4-7-16,-3 5-4 16,-5 0 3-16,2 2 2 15,-1-1-5-15,7-2-6 16,1-7-11-16,6-8-4 16,4-8-23-16,2-6-42 15,0-4-57-15,0 0-95 16,2-13-22-16,4-8-51 15</inkml:trace>
  <inkml:trace contextRef="#ctx0" brushRef="#br3" timeOffset="84644.84">21843 10166 304 0,'0'0'307'15,"0"0"-293"-15,0 0 163 16,0 0-59-16,0 0-43 16,0 0-10-16,89 0-29 15,-62 2-16-15,0 3-20 0,-2-1-23 16,-5 3-85 0,-1 1-187-16</inkml:trace>
  <inkml:trace contextRef="#ctx0" brushRef="#br3" timeOffset="84935.65">22126 10225 395 0,'0'0'285'0,"0"0"-231"0,0 0 73 15,0 0-62-15,0 0-13 16,0 0 8-16,-4 54-24 16,-2-37-16-16,0 1-10 15,0 1-10-15,4-6-57 16,-5-3-171-16,3-8-423 15</inkml:trace>
  <inkml:trace contextRef="#ctx0" brushRef="#br3" timeOffset="87321.07">22635 10015 427 0,'0'0'56'0,"0"0"71"16,0 0-26-16,0 0-60 16,0 0 7-16,0 0-22 15,33-59-14-15,-29 55 6 16,-4 3-14-16,2 1 2 15,-2 0 0-15,0-2 8 16,0 2 28-16,0-1 14 16,0 1 2-16,0 0-16 15,0 0-11-15,0 0-8 16,0 0-10-16,0 0-13 16,0 0-5-16,0 1-5 15,0 8 10-15,0 2 9 16,0 4-4-16,0 1-5 15,-6 2 0-15,0 3-6 16,-2 2-9-16,-3-1-2 16,-1-1-8-16,4 0-3 0,-3-5 12 15,1 0-10-15,4-6-20 16,-1-1 36-16,5-2-1 16,-2-4-7-16,2-1 2 15,2-2 11-15,0 0 5 16,0 0 2-16,0 0-2 15,0 0 8-15,2 0 4 16,9 0 25-16,5-5-14 16,3-2-6-16,-5 1-5 15,9-1-4-15,-4 6-8 16,-5-1 0-16,3 2 0 0,-5 0 0 16,-2 0-45-1,-3 0 20-15,-1 2-52 0,-4 6 33 16,-2-4-118-16,0-1 19 15,0-3-253-15</inkml:trace>
  <inkml:trace contextRef="#ctx0" brushRef="#br3" timeOffset="87591.2">22745 10087 538 0,'0'0'45'0,"0"0"66"0,0 0-8 15,0 0-38-15,0 0 14 16,0 0-17-16,-19 57-11 16,9-38-6-16,-3 5-6 15,1 0-13-15,-1-1-20 16,3-4-6-16,8-4-10 15,2-7-51-15,0-4-84 16,6-4-164-16,7 0-69 16</inkml:trace>
  <inkml:trace contextRef="#ctx0" brushRef="#br3" timeOffset="88122.39">22945 9896 547 0,'0'0'53'0,"0"0"76"16,0 0-25-16,0 0-64 15,0 0-6-15,0 0-11 16,-4 0-16-16,4 0 19 15,4 0 14-15,2 11-11 16,3-1-7-16,1 6-5 16,0 4-5-16,-4 5 14 15,-4 2-17-15,3 5 2 16,-5-4-4-16,0 4-4 0,0 2 1 16,-11-4-3-1,-5 1 2-15,-3-1 3 0,0-2-2 16,1-1 0-16,-3-3-3 15,1-3-2-15,1-5-2 16,4-5-8-16,5-4-20 16,8-5-5-16,2-2-65 15,0-3-136-15,0-14-282 16</inkml:trace>
  <inkml:trace contextRef="#ctx0" brushRef="#br3" timeOffset="88423.25">23174 10190 802 0,'0'0'321'0,"0"0"-290"0,0 0 99 16,0 0-89 0,0 0-41-16,0 0-16 0,-6 18-18 15,6-13-70-15,0-2-199 16</inkml:trace>
  <inkml:trace contextRef="#ctx0" brushRef="#br3" timeOffset="89179.26">23493 10068 374 0,'0'0'187'16,"0"0"-103"-16,0 0 67 15,0 0-69-15,0 0-17 16,0 0-15-16,-8-29-16 16,1 28-21-16,1 1 7 15,0 0-5-15,0 0-11 16,-5 3-3-16,-1 10 3 15,0 4 3-15,-7 8 9 0,7 2 3 16,-1 0 7 0,1 3-10-16,12-5-2 0,0-3-8 15,0-1-6-15,12-7 0 16,7-4-10-16,1-2-13 16,9-8 2-16,-4 0-8 15,4 0-3-15,-4-15-35 16,-6-2-7-16,3-4-1 15,-9-1 38-15,-5-3 26 16,-2-1 11-16,-6 3 3 16,0-1 12-16,-2 3 36 15,-10 3-13-15,-7 2 7 16,0 7-5-16,-3 7-4 16,3 2 0-16,-4 0-36 0,9 10-9 15,-3 7-75-15,5-1-113 16,2-1-151-16</inkml:trace>
  <inkml:trace contextRef="#ctx0" brushRef="#br3" timeOffset="89653.83">23807 10156 466 0,'0'0'135'0,"0"0"-7"16,0 0 4-16,0 0-67 16,0 0-14-16,-43 92-8 15,32-69-18-15,5 1-16 16,6-5-9-16,0-4-84 16,0-9-167-16,10-6-145 15</inkml:trace>
  <inkml:trace contextRef="#ctx0" brushRef="#br3" timeOffset="90358.14">23977 10047 345 0,'0'0'100'0,"0"0"-36"15,0 0 75-15,0 0-73 16,0 0-17-16,0 0-11 16,12-42-10-16,-6 39-2 15,4-3-24-15,-3 3 16 16,1-1-3-16,2 0-7 16,-4 3 1-16,3 1 0 15,-3 0-4-15,0 0-5 16,-2 0 1-16,2 0 3 15,-3 5 13-15,1 6-1 16,-2 1-9-16,-2 2 2 0,0 2-6 16,0 4 3-1,-6 0 4-15,-7-1-9 0,1 0 10 16,-3 0-5-16,-3-4-1 16,1-1 4-16,1-1 3 15,-3-2-11-15,5-2 1 16,-3-1-2-16,5-1 3 15,-1-1-2-15,3-1-1 16,4 0 1-16,4 0 6 16,2-1-2-16,0 1-1 15,0-1 3-15,0 2 9 16,0 0 2-16,6 1 9 16,6 1 0-16,1 0-4 15,3-4-4-15,-1 2-8 0,1-2-9 16,-1 1-2-16,1-1-3 15,1 1-18-15,-5-4-18 16,-4 4-25-16,3-3-62 16,-5-2-76-16,-4 0-122 15</inkml:trace>
  <inkml:trace contextRef="#ctx0" brushRef="#br3" timeOffset="90755.53">23983 10065 242 0,'0'0'416'16,"0"0"-374"-16,0 0 132 16,0 0-70-16,0 0-43 15,0 0-6-15,-6 0-12 16,6 0-2-16,0 8 5 16,2 6-13-16,4 1-4 0,0 3-4 15,2 1-3 1,1 1-1-16,-3 1-6 0,4 0-13 15,-2 0 5-15,3-3-7 16,-3 0-2-16,4-4-1 16,1 2-13-16,1-5-43 15,-6 0-74-15,-1-5-121 16,-7-1-420-16</inkml:trace>
  <inkml:trace contextRef="#ctx0" brushRef="#br3" timeOffset="91663.13">24576 10136 136 0,'0'0'369'0,"0"0"-249"15,0 0 36-15,0 0-65 16,0 0-10-16,0 0 11 15,6 0-33-15,7 0 7 16,5 0-17-16,3 0-14 0,2 0-15 16,-1 0-5-16,-1 0-12 15,2 0-3-15,-1 0-10 16,-7 3-26-16,2-3-32 16,-5 0-43-16,-4 5-135 15,-4-2-136-15</inkml:trace>
  <inkml:trace contextRef="#ctx0" brushRef="#br3" timeOffset="92023.69">24595 10234 540 0,'0'0'74'0,"0"0"38"15,0 0-1-15,0 0-30 16,0 0 28-16,0 0-45 15,12 0-13-15,-4 0-11 0,5 3-9 16,3-3-7 0,3 3-7-16,4-2-9 0,1-1-8 15,-1 3-4-15,2-1-20 16,-4 3-59-16,-5 2-99 16,-8 0-263-16</inkml:trace>
  <inkml:trace contextRef="#ctx0" brushRef="#br3" timeOffset="94926.48">25118 10159 416 0,'0'0'85'0,"0"0"10"15,0 0 51-15,0 0-77 16,0 0 19-16,0 0-6 16,0 0-24-16,-2 0 0 15,2 0-10-15,0 0-8 16,0 0-9-16,0 0-10 0,0 0-18 16,0 0-3-1,0 0 0-15,6 0 11 0,8 0-6 16,5 0-1-16,4-5-2 15,-1-1-1-15,-1 0-1 16,-2 3-4-16,-3 0 1 16,-8 2-6-16,3 1-10 15,-9 0 0-15,-2 0-3 16,0 0-1-16,0 0-2 16,0 0 8-16,0 7-18 15,-6 1-70-15,-3-6-138 16,3-2-221-16</inkml:trace>
  <inkml:trace contextRef="#ctx0" brushRef="#br3" timeOffset="95585.8">25512 9956 462 0,'0'0'104'0,"0"0"-59"16,0 0 55-16,0 0-48 15,0 0-6-15,0 0-16 16,11-11-7-16,-3 11 12 16,2 0-12-16,-3 0-6 15,5 0-11-15,-6 0-3 16,4 3-3-16,-1 7 0 15,-5 1 0-15,-4 5 0 16,0-1 0-16,0 3 2 0,0 1 3 16,-13-4-1-1,1 2-3-15,-9-2 2 0,7-3-1 16,-3-1-2-16,-1-3 3 16,-1 1-3-16,3 0 0 15,1-3-4-15,3-1 4 16,1 1 0-16,3-4 1 15,2 4 5-15,2-4 3 16,4 1 2-16,0 3-6 16,0 2 7-16,0 1 3 15,0-2 4-15,10 4 8 16,5-2 6-16,1-2-1 0,3-1-12 16,4-3-1-1,1-3-7-15,1 0-8 0,4 0-4 16,-4 0-5-16,-4-3-33 15,-5-3-55-15,-4-1-96 16,-9 3-154-16</inkml:trace>
  <inkml:trace contextRef="#ctx0" brushRef="#br3" timeOffset="96254.56">25918 9964 570 0,'0'0'52'0,"0"0"110"16,0 0-58-16,0 0-49 16,0 0-11-16,0 0-36 15,-36-8-1-15,24 16 1 16,-2 9 4-16,-7 4-5 16,6 0 10-16,-1 3-12 15,1 0 3-15,3 4 7 16,-5-1-5-16,9-1 2 15,-2-1 4-15,10-4 0 16,0-5-12-16,0-3-4 0,16-5 0 16,9-6-2-16,2-2 0 15,2 0 1-15,2-14-5 16,0-1-8-16,-6-4-5 16,-2 4 5-16,-7-3 9 15,-3 1 5-15,-7 1 5 16,-6 0 6-16,0 1 0 15,0-1-1-15,-4 2-5 16,-9-3-5-16,-1 3-20 16,-3 0 4-16,1 3-21 15,7 2-37-15,5 4-84 16,4 1-160-16</inkml:trace>
  <inkml:trace contextRef="#ctx0" brushRef="#br3" timeOffset="96807.63">26081 9908 495 0,'0'0'101'0,"0"0"-39"16,0 0 16-16,0 0-33 16,0 0 35-16,0 0 20 15,27 25-34-15,-13-15-18 16,-1-1-6-16,1-3-1 15,9-6-28-15,-3 0 8 16,9 0-18-16,-4-7-3 16,-2-4-8-16,-4 6-25 15,-7 0 5-15,-6 3-17 16,-2 2-9-16,-4 0 30 16,0 0 24-16,0 2 6 0,-10 7 10 15,-2 0-1-15,-1 7 4 16,-3-2 5-16,3 6-3 15,-5 5 7-15,-1 3-7 16,0 5 4-16,1-1 6 16,-1 4-8-16,1-1 2 15,5-8-8-15,3-4-8 16,6-7-9-16,4-7-1 16,0-5-17-16,0-4-33 15,0 0-65-15,4 0-22 16,8 0-37-16,-1-8-94 15</inkml:trace>
  <inkml:trace contextRef="#ctx0" brushRef="#br3" timeOffset="97051.06">26077 10169 479 0,'0'0'188'0,"0"0"-122"16,0 0 79-16,0 0-54 16,0 0-9-16,0 0-22 15,31-17-8-15,-17 17-13 16,-1 0-9-16,1 0-11 0,5 0-16 16,5 0-3-16,5 0-39 15,7-5-72-15,-5 0-267 16</inkml:trace>
  <inkml:trace contextRef="#ctx0" brushRef="#br3" timeOffset="97348.85">26385 10174 180 0,'0'0'515'0,"0"0"-501"15,0 0 99-15,0 0-55 16,-25 91-22-16,15-63-10 15,1-4-21-15,3-6-5 16,6-10-51-16,0-8-118 16,2-4-201-16</inkml:trace>
  <inkml:trace contextRef="#ctx0" brushRef="#br3" timeOffset="97880.75">26556 9972 440 0,'0'0'2'15,"0"0"65"-15,0 0-14 0,0 0-8 16,0 0 12-16,0 0-27 16,52-8 2-16,-40 8-1 15,-3 0 3-15,1 6-3 16,-4 2-10-16,2 0-17 16,-3 2 4-16,-3 0-7 15,2 1 2-15,-4 2 1 16,0-1 2-16,-4 2 4 15,-9-2 12-15,-1-1-13 16,-3 0-1-16,5 1-2 16,-3 0-4-16,-1-2-2 15,-3 5 0-15,3-2 1 16,3-2-1-16,1 1 1 0,6-1 1 16,-1-2 8-1,7 0 8-15,0 0-5 0,0-3 2 16,0 1-5-16,11 2 16 15,1-1 8-15,1-1-22 16,5-1-4-16,7-3-8 16,0-3-5-16,4 0-1 15,2 0-78-15,-6-1-157 16,-7-6 94-16</inkml:trace>
  <inkml:trace contextRef="#ctx0" brushRef="#br3" timeOffset="98233.43">26550 10060 664 0,'0'0'48'0,"0"0"52"16,0 0 38-16,0 0-109 15,0 0-15-15,0 0 8 16,0-1 37-16,12 2-19 16,-1 8-4-16,-1 6 7 0,3 0-17 15,-5 2-16-15,4 3-7 16,1 0 2-16,-1 1-5 15,0-2-3-15,1-1-24 16,1-1-27-16,-1-7-75 16,1 0-143-16,-1-2-213 15</inkml:trace>
  <inkml:trace contextRef="#ctx0" brushRef="#br3" timeOffset="98989.71">26899 10014 384 0,'0'0'352'0,"0"0"-344"0,0 0 67 16,0 0-24-16,0 0-5 15,0 0 0-15,38-58-17 16,-26 53-5-16,-2 2 5 16,-1 0-11-16,3 1-8 15,0 2-6-15,1 0-2 16,3 0-2-16,-3 0 0 16,-1 10-9-16,-1 3-2 15,-5 2 9-15,-4 2 2 16,-2 0 0-16,0 2 1 15,0-1 0-15,-8-1 2 0,-9-2 0 16,5-3-1-16,-5-3-1 16,3-1 1-16,1-5-2 15,1 1 0-15,-1 2-1 16,1 0-5-16,-2 1 0 16,7 0 4-16,1-1-2 15,4 1 1-15,2-3-4 16,0 1 2-16,0 1 3 15,0 1 1-15,0 1 1 16,0-2 3-16,0 3-3 16,0-2-1-16,0-1 1 15,6 2 4-15,-4-1-1 16,5-2 7-16,-1-1-5 16,2 1-1-16,-2-3-3 0,2 3 3 15,-1 1-4-15,-1 0 1 16,4 0-1-16,-4 0 0 15,1-1 0-15,1-2 0 16,4-3-20-16,5 0-49 16,1-13-61-16,1-1-113 15,-7-3-202-15</inkml:trace>
  <inkml:trace contextRef="#ctx0" brushRef="#br3" timeOffset="99387.54">26933 10006 85 0,'0'0'595'16,"0"0"-586"-16,0 0 87 0,0 0-27 16,0 0 38-16,0 0-27 15,33 20-41-15,-25-7-3 16,4 0-8-16,-1 6 12 15,-5 2-11-15,2 3-14 16,-2 4-7-16,0 3 1 16,-1-1-9-16,3 2 0 15,0-5-2-15,0-3-38 16,3-4-48-16,-5-11-405 16</inkml:trace>
  <inkml:trace contextRef="#ctx0" brushRef="#br0" timeOffset="105717.5">27906 9285 107 0,'0'0'256'0,"0"0"-156"0,0 0-19 16,0 73-33-16,0-55-11 15,-4 0-2-15,4 2-19 16,0-3-3-16,-2-4 1 15,2 0 8-15,0-3 4 16,0 0-1-16,0 4 6 16,0 0-2-16,0 1 3 15,0 3-20-15,0 0-8 16,0 1-2-16,0-1 13 16,0 3 4-16,-4-4 13 15,4 1-20-15,0-1-6 16,0 3-5-16,0 2 5 0,-2-2-5 15,2 5 0 1,-4 0 8-16,2 0-3 0,-3-3-1 16,3-1 8-16,-2-3-12 15,4-2 0-15,-2 0 0 16,-2 3-1-16,4 4 1 16,-4-3 0-16,2 3 11 15,-2-1 5-15,-3 1-14 16,5 1-1-16,-4-3 0 15,0 2 10-15,0-6-7 16,2-2 2-16,2-2 7 16,-3-5-13-16,5 3-1 15,-2-5 0-15,2 5 1 16,0 1-1-16,0 0 0 16,0 0 1-16,0-1 2 0,0-1 19 15,0-5-18-15,0-1-2 16,0-2-4-16,0-2 1 15,0 0-31-15,0-6-89 16,9-18-151-16,7-2-240 16</inkml:trace>
  <inkml:trace contextRef="#ctx0" brushRef="#br0" timeOffset="106222.07">28134 9742 502 0,'0'0'139'15,"0"0"25"-15,0 0-34 16,0 0-81-16,0 0-27 16,0 0-6-16,-13 0-6 15,13 0 9-15,6 0 23 16,7 0 4-16,3 0-3 16,3 0-16-16,4 0-10 15,1 0-13-15,1 0-4 16,0 0-1-16,-2 4-21 0,-3 3-11 15,1-2-38 1,-6 1-47-16,-3-2-98 0,-6 1-52 16</inkml:trace>
  <inkml:trace contextRef="#ctx0" brushRef="#br0" timeOffset="106623.9">28134 9814 414 0,'0'0'111'0,"0"0"12"15,0 0-17-15,0 0-22 16,0 0-17-16,0 0-10 16,20-11-15-16,-12 11 0 15,5 0-6-15,-1 1-13 16,5 5-3-16,-3-3-10 15,7-2-3-15,4-1-7 0,0 0 0 16,6 0-19-16,-3 0-19 16,3 0-28-16,-6-1-98 15,-6 0-74-15,-7 1-81 16</inkml:trace>
  <inkml:trace contextRef="#ctx0" brushRef="#br0" timeOffset="107173">28489 9626 480 0,'0'0'306'0,"0"0"-235"0,0 0 46 16,0 0-67-16,0 0-1 15,0 0-13-15,50 26-14 16,-28-18-8-16,3-2 1 16,6-1-5-16,0 0-10 15,0-1-7-15,-2 2-16 16,0-1-21-16,-10 5-19 15,-5 3 14-15,-8 1-22 16,-6 2 32-16,0 5 39 16,0-1 0-16,-14-1 5 15,-9-1 2-15,3-2 17 16,-1-5 5-16,0-3-4 16,5-6-11-16,1-2-14 0,5 0-39 15,4 0-143-15,6-10-313 16</inkml:trace>
  <inkml:trace contextRef="#ctx0" brushRef="#br0" timeOffset="107823.33">29006 9522 689 0,'0'0'28'0,"0"0"112"15,0 0-34-15,0 0-86 16,0 0 3-16,0 0-7 15,35-53-13-15,-23 53 0 16,1 0 4-16,-3 0 5 16,3 8-4-16,-7 6 2 15,2 4-3-15,-4 0-7 16,-4 2 0-16,0 0-1 16,0 2-12-16,0-1-6 15,-6-3-11-15,-6 0 15 16,-1-1 10-16,-3-4 2 15,-1 5 2-15,-2-1 1 0,1 3 1 16,-1-2 3-16,3 1-3 16,3 2 4-16,7-6 8 15,4-1 12-15,2-1-7 16,0-4-4-16,12-1-6 16,7-5 7-16,4 1-7 15,2-4-6-15,6 0-2 16,-2 0-12-16,-3 0-49 15,-1-6-96-15,-2 0-138 16</inkml:trace>
  <inkml:trace contextRef="#ctx0" brushRef="#br0" timeOffset="108134.43">28998 9682 212 0,'0'0'529'0,"0"0"-484"0,0 0 77 16,0 0-4-1,0 0-42-15,0 0-16 0,78-6-26 16,-53 6-3-16,6 0-15 16,0 0-16-16,6 0-21 15,0 0-65-15,-2 0-186 16,-4 0-349-16</inkml:trace>
  <inkml:trace contextRef="#ctx0" brushRef="#br0" timeOffset="108573.93">29314 9855 404 0,'0'0'306'16,"0"0"-218"-16,0 0 45 15,0 0-70-15,0 0-36 16,0 0-20-16,47-42 2 16,-26 23-9-16,-2 1-7 15,-1-2-16-15,3 6-9 16,-9-1-8-16,1 4-22 0,-7 3 24 15,-6 2 14 1,2 6 23-16,-2 0 1 16,0 0 21-16,0 0 1 0,0 11 23 15,0 4 9-15,-8 4 4 16,-5 4-3-16,-3 5-14 16,-1 4 2-16,3-3 3 15,-3 0-20-15,5-5-26 16,6-6-1-16,6-7-55 15,0-5-106-15,4-6-370 16</inkml:trace>
  <inkml:trace contextRef="#ctx0" brushRef="#br0" timeOffset="109085.59">29678 9663 635 0,'0'0'64'16,"0"0"64"-16,0 0-28 15,0 0-64-15,0 0 5 16,0 0 6-16,8 3-12 0,8-3 6 16,1 0-11-1,8 0-12-15,-7 0-13 0,7 0-5 16,-6 0-27-16,4 3-23 15,-9 4-52-15,-2 1-108 16,-5 2-81-16</inkml:trace>
  <inkml:trace contextRef="#ctx0" brushRef="#br0" timeOffset="109407.68">29636 9763 610 0,'0'0'97'0,"0"0"2"15,0 0 42-15,0 0-85 16,0 0-14-16,0 0 2 16,-2 2 9-16,2 5-13 15,9-2-10-15,7 0-14 0,3-2-16 16,8-2 0 0,8-1-39-16,0 0-66 0,-4 0-226 15</inkml:trace>
  <inkml:trace contextRef="#ctx0" brushRef="#br0" timeOffset="156153.03">30066 9699 228 0,'0'0'402'16,"0"0"-315"-16,0 0 18 15,0 0 22-15,0 0-47 16,0 0-8-16,0 0-13 15,0 0-5-15,0 0-2 16,0 0-8-16,0 0-15 16,6 0-11-16,1-5-8 0,3-5-3 15,-2-1-5-15,3-5-2 16,1-4-5-16,2-3-5 16,3-3-2-16,-3-6-5 15,7-2 0-15,-6 0-8 16,1 3-11-16,-3 5 19 15,-5 6 1-15,-2 5 12 16,0 6 2-16,-6 3-3 16,4 3 4-16,-4 3 2 15,0 0-1-15,0 0 1 16,0 0 2-16,0 0-2 16,0 0 4-16,0 0-4 15,0 14 0-15,-4 5 4 0,-2 6 1 16,-2 6 0-1,-3 8 1-15,-3 6-2 0,-3 6-1 16,-1 2-3-16,-1-3 3 16,3-2 2-16,7-9-4 15,3-6-2-15,2-10-2 16,4-8-16-16,0-14-43 16,17-1-157-16,7-13-223 15</inkml:trace>
  <inkml:trace contextRef="#ctx0" brushRef="#br0" timeOffset="156552.63">30333 9758 469 0,'0'0'58'16,"0"0"-29"-16,0 0 59 0,0 0-10 16,0 0-6-16,0 0-18 15,-29 63-1-15,23-44 14 16,0-2-8-16,4-2-29 16,-3-2-30-16,5-4-13 15,0-1-92-15,0-6-112 16,5-2-174-16</inkml:trace>
  <inkml:trace contextRef="#ctx0" brushRef="#br0" timeOffset="157281.13">30480 9581 337 0,'0'0'44'0,"0"0"-34"16,0 0 20-16,0 0 36 16,10-76 3-16,-4 64 12 15,-6 3-21-15,2 1 8 16,-2-1 6-16,4 2-21 16,-4 1-8-16,2-2-28 15,3 5 12-15,-3 1-5 16,4-2-13-16,-2 3-11 15,-2 1-1-15,4-1-1 16,1 1 2-16,-1 0-3 16,4 0 0-16,0 0 3 15,-8 8 5-15,5 5 1 0,-3 2-2 16,-4 5-1-16,0 3 1 16,0-2 3-16,0 1-6 15,-13-1 2-15,1-1 0 16,-5 0 4-16,-1 0-4 15,-5-2-1-15,2 2 5 16,-5-5-7-16,7 2 1 16,0-3-1-16,5-3 0 15,1 0 1-15,7-5-1 16,0-1-1-16,6-4-3 16,0 2 1-16,0-1 1 15,0 0 2-15,2 0 3 16,15 0 12-16,-3 1 6 0,9 0 0 15,-5-2 3-15,7 2 4 16,-2-2-7-16,-2 2-10 16,4-3-3-16,-5 0-8 15,-1 0-4-15,-5 0-26 16,3 0-43-16,-3 0-50 16,3-8-149-16,-11 2-254 15</inkml:trace>
  <inkml:trace contextRef="#ctx0" brushRef="#br0" timeOffset="157909.84">30920 9469 466 0,'0'0'107'0,"0"0"-38"15,0 0 35-15,0 0-31 0,0 0-28 16,0 0-1-16,0-26-13 16,-4 26-4-16,4 0 11 15,-4 0 14-15,-2 0-15 16,-1 0-14-16,-1 5-21 16,-4 7 5-16,-5 5 4 15,3 2 6-15,-5 4-4 16,2 1 3-16,1 0 8 15,4 2-10-15,-1 1-6 16,5 0 0-16,2-1-2 0,6 1-6 16,0-2-1-1,0-4 0-15,0 0-3 0,6-3 2 16,6-5-5-16,3-1-9 16,-3-5 3-16,9-6-1 15,-7-1 1-15,3 0-1 16,-5-4-1-16,1-6 2 15,-7-3 9-15,-4-1 4 16,-2 0 4-16,0-3 2 16,0 3-1-16,-8 3 6 15,-9 3-9-15,3 3 6 16,-5 2 6-16,5 3-14 16,1 0-18-16,1 3-39 15,-3 8-248-15</inkml:trace>
  <inkml:trace contextRef="#ctx0" brushRef="#br0" timeOffset="164980.77">672 15470 242 0,'0'0'63'0,"0"0"16"15,0 0 2-15,0 0-28 16,0 0 1-16,0 0 2 16,0 0 0-16,-4 1 16 15,4-1 2-15,0 0 5 16,0 0-11-16,0 0-12 16,0 0-18-16,0 0-2 15,0 0-11-15,0 0-3 0,0 0-2 16,0 0-4-16,0 0-10 15,0-4-4 1,0-2-2-16,0-3 16 0,0-3-13 16,0 1-1-16,0-4-2 15,6 3-2-15,-2-2-1 16,4 0-6-16,-4-1 2 16,3 2 6-16,-5 0 0 15,4 1-1-15,0 2-4 16,-6 4 6-16,6 3-6 15,-2 0 1-15,-4 0 0 16,7 0 0-16,-5-1 0 16,2 1-1-16,-2 1-1 0,6-1-2 15,-2 1 4 1,-4-1 0-16,5-1 3 0,-7 4 1 16,4-1-3-16,-2 1-10 15,-2 0 2-15,0 0 11 16,4 0 1-16,-2 6 0 15,2 3 5-15,-4 4 0 16,0 0 4-16,0 8-4 16,0-2 2-16,0 0-4 15,0 1 4-15,0-1-2 16,0 2 2-16,0-5-1 16,0 2-5-16,0-1-1 15,0-7 2-15,0-1-2 16,0-5 0-16,0-2 0 0,0-1 0 15,0 1 0-15,0-2 2 16,0 0-2-16,0 0 0 16,0 0-2-16,0 0 0 15,0 0-1-15,0 0-3 16,0 0-7-16,0-2 4 16,0-6 4-16,0-6-10 15,0 1 3-15,0-5-6 16,0-3 5-16,8 1 2 15,-1 3-1-15,-1-2 8 16,4 3 4-16,-4 1 4 16,1 3-2-16,-1 3 5 15,-4 2-5-15,2 2-2 0,0 2 0 16,-2 2 0-16,-2 1-3 16,4 0 0-16,-2 0-7 15,5 0 8-15,-3 0 2 16,-4 0 2-16,6 1 2 15,-4 5 1-15,2 3 0 16,-2 0 2-16,-2 3 6 16,4 0-3-16,-4-4-2 15,0 3 1-15,0-1-5 16,0 1-1-16,0 0-1 16,0 4 1-16,0-3-1 15,0-2 0-15,0-2-2 0,0-6 1 16,0-2-1-1,0 0 2-15,0 0-2 16,0 0-5-16,0 0-8 0,-4-6-7 16,4-7 1-16,0 0 14 15,0-2-5-15,0 0 1 16,0 1 5-16,0 0-5 16,4 0 3-16,-2 2 5 15,9 4 0-15,-9 1-6 16,4 0-2-16,-2 0 5 15,2 3-2-15,-4 1 3 16,3 0 1-16,-3 0 2 16,2 0 0-16,2-2 0 0,-2 4 0 15,-2-1 0-15,2 0 0 16,-2 0 1-16,-2 2 0 16,7-2 1-16,-3 2-1 15,-4 0-1-15,0 0 0 16,2 0 6-16,-2 0 3 15,0 0-3-15,0 0-3 16,0 0 1-16,0 0-3 16,0 0 0-16,0 0 3 15,0 0-4-15,0 0 4 16,0 0-3-16,0 0 0 16,4 0-1-16,-4 0 1 15,0 0 2-15,0 0 4 0,0 2-5 16,0 2 1-1,0-2 2-15,2-1 1 0,-2-1-2 16,0 0-1-16,0 0-1 16,0 2 1-16,0-1 0 15,0-1-1-15,0 0-1 16,0 0-1-16,0 0 1 16,0 0-1-16,0 0 0 15,0 0 0-15,0 0 2 16,0 0 2-16,0 0-3 15,0 0 7-15,0 0 2 16,0 0-1-16,0 2 5 16,0-2-8-16,0 0 3 0,0 0-5 15,0 0 1-15,0 0-5 16,0 0 5-16,0 0-5 16,0 0 1-16,0 0-2 15,0 2 2-15,0-1-1 16,0 2 1-16,0-1 0 15,0 1-1-15,4-2 0 16,-4 1 0-16,0 4 1 16,0-1 0-16,2 0-1 15,-2 2 1-15,4-1-2 16,-4 1 2-16,0-1 0 16,0-2-1-16,0-1 0 15,0 2 1-15,0-2 0 0,0-3-1 16,0 3 0-16,0-2 0 15,0 2 2 1,0 3-2-16,0-2 0 0,0 3 0 16,0-1 0-16,0-1 1 15,0 0-1-15,0-3-1 16,0 1 1-16,0-3 0 16,0 2 0-16,0-2 1 15,0 2-1-15,0-2 0 16,0 0 0-16,0 3-1 15,0 1 2-15,0-1-1 16,0 4 1-16,0-5-1 16,0 3 0-16,2-1 1 0,-2-1-1 15,0-2 1 1,0 2-1-16,0-2 0 0,0 2 1 16,0-1 0-16,4 3 0 15,-4 0 0-15,0-1-1 16,0-1 1-16,3-1-1 15,-3 2-1-15,0-1 1 16,4-3-19-16,-4 0-39 16,0 0-117-16,0 0-242 15</inkml:trace>
  <inkml:trace contextRef="#ctx0" brushRef="#br0" timeOffset="166068.01">1067 15217 429 0,'0'0'92'0,"0"0"-32"0,0 0 48 16,0 0-63-16,0 0-23 15,0 0 5-15,0 0-12 16,18-76 13-16,-12 57-1 16,1 0-23-16,-1 1-2 15,0-3-2-15,0 3-4 16,-2 6-4-16,-2 4-4 16,3 6 7-16,-5 2 0 15,0 0 5-15,0 0 0 16,0 0 15-16,0 1 16 15,0 5-18-15,0-1-5 16,0 5 5-16,0 2 6 16,0 3 7-16,0 3-3 15,0 4-1-15,0 2 2 0,0 3 4 16,0 1-14 0,-5 3 3-16,5-5-11 0,-2 1-4 15,2-1-2-15,0-3-15 16,0-4-40-16,0-4-157 15,0-10-208-15</inkml:trace>
  <inkml:trace contextRef="#ctx0" brushRef="#br0" timeOffset="166454.28">1255 15364 1053 0,'0'0'0'0,"0"0"96"15,0 0 35-15,0 0-121 16,0 0-10-16,0 0-24 15,-4-12-121-15,14 3-234 16</inkml:trace>
  <inkml:trace contextRef="#ctx0" brushRef="#br0" timeOffset="167395.84">1430 15184 641 0,'0'0'39'0,"0"0"4"15,0 0 122-15,0 0-105 16,0 0-39-16,0 0 23 16,-6-54-9-16,6 38-8 15,6 2-3-15,3-1-5 16,1 1-11-16,5 1 2 16,1-2-6-16,3 5-4 0,-1 1 0 15,-1 0 0-15,1 4 6 16,-5 5-6-16,5 0-1 15,-5 0 1-15,-3 0 2 16,-2 0 12-16,3 8 2 16,-3-1-11-16,-2 4 8 15,0 2-3-15,-1 0 4 16,-5 3 0-16,0 0-6 16,0 1 3-16,0 2-6 15,0 1 3-15,-5-1-5 16,-1 4-1-16,-2-2 0 15,-9 1-4-15,3-1 2 16,-5-5-2-16,-1 1-1 16,1-1-3-16,0 0 3 0,5-4-1 15,2-1 4-15,-1-1 0 16,3 0 0-16,4 0 1 16,-1 0-1-16,1 3 0 15,0-1 3-15,6-2-3 16,-4 4 2-16,2-4 4 15,2 2 0-15,0-5 2 16,0 2 1-16,0-4 1 16,0 1-2-16,0-3 3 15,0 1-5-15,2 1 6 16,2-2-4-16,4 0 0 16,3-3 1-16,1 0-1 0,5 0 0 15,1 0-5 1,1 0 6-16,6-6-7 15,-3-1 1-15,-1 3-2 0,2 1-2 16,-11-1-6-16,-4 4-8 16,5 0-8-16,-5 0-17 15,-6 0-5-15,2 0-33 16,-4 0-42-16,0 9-38 16,-4-3-190-16</inkml:trace>
  <inkml:trace contextRef="#ctx0" brushRef="#br0" timeOffset="167779.94">1457 15237 780 0,'0'0'92'0,"0"0"82"16,0 0-51-16,0 0-93 15,0 0-3-15,0 0-8 0,0 0-3 16,11 7 34-16,1-3-25 15,5 1-4-15,1-4-6 16,7-1-2-16,-4 0-5 16,6 0-3-16,-7 0-5 15,3 0-7-15,-9 0-16 16,9 0-23-16,-4 2-59 16,-7 10-155-16,-6 6-293 15</inkml:trace>
  <inkml:trace contextRef="#ctx0" brushRef="#br0" timeOffset="168325.15">1772 15521 791 0,'0'0'129'16,"0"0"-81"-16,0 0 83 16,0 0-88-16,0 0-42 15,0 0 29-15,16-35-3 16,-8 16-19-16,3-4-5 16,1 2-3-16,-4-1-15 15,3 4-11-15,-1 5-15 16,-8 5-1-16,2 3 25 15,-4 4 5-15,0 1 12 16,0 0 11-16,0 0 0 16,0 0 7-16,0 1-5 15,0 7-5-15,0 5-1 0,-6 6 16 16,2 4 11-16,-2 5 0 16,-1 7-1-16,-3-2-5 15,8 0 10-15,-2-1-23 16,2-5-15-16,2-5-30 15,0-4-97-15,0-10-403 16</inkml:trace>
  <inkml:trace contextRef="#ctx0" brushRef="#br0" timeOffset="174784.94">2450 15266 357 0,'0'0'71'0,"0"0"32"0,0 0 59 16,0 0-76-16,0 0-21 15,0 0 23-15,0 0-8 16,-5 2-20-16,5-2 4 16,-2 0-14-16,2 0-14 15,0 1-4-15,0 1-8 16,0-2-2-16,0 0-3 16,0 1-7-16,0-1 0 15,0 0-5-15,0 0-7 16,0 0 0-16,0 0-1 15,9 2 1-15,3-2 5 16,5 0 1-16,1 0 0 16,5 0-5-16,-9 0 0 0,9 0-1 15,-8-2 1-15,1-1-1 16,-3 2 0-16,-7-1 0 16,0 1 2-16,-2-1-2 15,-4 2 0-15,0 0 0 16,0 0 0-16,0 0 1 15,0 0 2-15,0 0-2 16,0 0-1-16,0 0 3 16,0 0 3-16,0 0-5 15,0 0-1-15,0 0-5 16,0 0-19-16,0-1-28 16,0-1-51-16,-6 2-187 0,0 0-427 15</inkml:trace>
  <inkml:trace contextRef="#ctx0" brushRef="#br0" timeOffset="180138.05">2970 15142 505 0,'0'0'146'0,"0"0"-97"16,0 0 65-16,0 0-9 0,0 0-57 16,0 0 6-1,0 0-9-15,-26-12-13 0,24 11 10 16,-5-1-5-16,3 2-23 16,-2-1-1-16,0 1-13 15,0 0 0-15,-1 0-4 16,1 0 2-16,0 0 0 15,-2 1-9-15,-3 7 1 16,3 4-3-16,-6 2 11 16,7 3 0-16,-1 0 1 15,2 1 1-15,2-2-2 16,4-2 1-16,0-1 0 0,0-4-1 16,4-2 0-1,8-2-2-15,1-5-12 0,5 0 6 16,1 0-13-16,4-11-11 15,-3-2 19-15,1-3 0 16,-9 2 4-16,1 4-5 16,-5 3 5-16,-8 4 11 15,4 3 0-15,-4-3 4 16,0 3 1-16,0 0 7 16,0 0 6-16,0 0 4 15,0 0-8-15,0 0-7 16,0 0-3-16,0 0 5 15,-4 0-7-15,2 0 2 16,-2 3-2-16,2 3-2 16,-2 2 0-16,2 2-1 15,-2 0-5-15,1 9 3 0,-1-1 3 16,4 1 1-16,-2 2-1 16,2 0 1-16,0 1 0 15,0-1 2-15,0-2-3 16,0-4-2-16,-4 1 2 15,2-6 5-15,2-1-4 16,-4-2 0-16,4-5 0 16,-6-1 5-16,2 3 7 15,-3-4 7-15,-1 1 6 16,-10-1 0-16,5 0-6 16,-6 0-9-16,-3-5 1 0,5-4 2 15,5 1 3 1,-1 1 1-16,5 2-5 0,4 0-11 15,-2 1-1-15,4 2-1 16,-2 1 0-16,4 1-1 16,0 0-7-16,0 0-4 15,0 0-24-15,0 0-51 16,0 0-154-16,12 0-157 16</inkml:trace>
  <inkml:trace contextRef="#ctx0" brushRef="#br0" timeOffset="180797.14">3154 15144 516 0,'0'0'53'0,"0"0"34"16,0 0 12-16,0 0-45 16,0 0-1-16,0 0-14 15,-6 0-13-15,4 0-8 16,2 0-2-16,-4 0-6 16,2 10-9-16,-6 3-1 15,6 4 2-15,-3 2-2 16,-3 4 6-16,2-1-5 15,-4 1 0-15,3-4 0 16,-1 1 1-16,2-1-1 16,0-4-1-16,0-3 0 0,1-4 0 15,3-5 5 1,2 1-5-16,0-3 0 0,0 1 0 16,0-2-1-16,0 0 0 15,0 0-3-15,0 0 1 16,0 0-17-16,0 0 20 15,9 0 1-15,7 0 20 16,-1 0-13-16,3 0 2 16,-5 0-9-16,3 0 0 15,1 0-2-15,-5 0-5 16,-4 0-14-16,-1 1 1 16,-3 2-20-16,-2-3-34 0,-2 0-57 15,0 0-60 1,0 0-18-16</inkml:trace>
  <inkml:trace contextRef="#ctx0" brushRef="#br0" timeOffset="181114.51">3190 15310 528 0,'0'0'49'16,"0"0"73"-16,0 0-3 15,0 0-65-15,0 0-20 0,0 0 9 16,0 0-7-16,-5 0 0 16,5 0-18-16,0 4-10 15,-2 7-2-15,-2 0 7 16,4 9-3-16,-2 2-6 15,-4-1-3-15,2 3 1 16,2-4-2-16,-2-6-14 16,4-1-64-16,0-9-127 15,0-4-152-15</inkml:trace>
  <inkml:trace contextRef="#ctx0" brushRef="#br0" timeOffset="181443.49">3314 15384 427 0,'0'0'23'15,"0"0"79"-15,0 0 4 16,0 0-83-16,0 0 11 16,0 0-11-16,0 0-13 0,-2 11 27 15,2 3 16 1,-5 2-12-16,-1 2-18 0,0 0 4 16,0 0-2-16,6-5-7 15,-2-4-18-15,2-3-16 16,0-6-109-16,0 0-171 15,0-8-239-15</inkml:trace>
  <inkml:trace contextRef="#ctx0" brushRef="#br0" timeOffset="181983.71">3425 15195 596 0,'0'0'88'15,"0"0"-10"-15,0 0 72 16,0 0-90-16,0 0-28 16,0 0 2-16,0-3-18 15,-4 3-9-15,2 0-3 16,-2 3-4-16,0 7-3 15,2 1 1-15,-5 0-3 16,3-1-2-16,4 4-2 16,0-6 0-16,0-4-15 15,0-1-10-15,0-1-6 0,0-1 15 16,4-1-4-16,5 0 7 16,-1 0 0-16,0 0 22 15,-2 0 3-15,5 0 6 16,-3 0 1-16,-2 0-1 15,0 0 1-15,-1 0 8 16,-3 2-3-16,2 4 1 16,-2-2 16-16,2 4 6 15,-4 2 0-15,0 1-8 16,0 5 5-16,0 1 1 16,0-1-6-16,-4 0-6 15,-4-3-1-15,1-3 1 0,-3 1-8 16,4-8-10-1,0 1-5-15,-1-4-1 0,-1 0-22 16,-2 0-44-16,-3-17-64 16,3-7-123-16,-2-7-225 15</inkml:trace>
  <inkml:trace contextRef="#ctx0" brushRef="#br0" timeOffset="182239.13">3405 15153 353 0,'4'-2'409'15,"-4"1"-329"-15,2-2 118 16,6 0-92-16,-2 1-50 16,9 1 2-16,1 1-22 15,-1 0-7-15,7 0-16 16,-3 0-2-16,4 0-2 15,-5 0-9-15,1 4-7 16,-5 2-22-16,1 1-47 16,-7-1-63-16,-8 7-205 15,0 0-400-15</inkml:trace>
  <inkml:trace contextRef="#ctx0" brushRef="#br0" timeOffset="192389.53">4703 15100 239 0,'0'0'181'0,"0"0"-140"16,0 0 44-16,0 0 29 15,0 0-49-15,0 0-28 16,0 0 5-16,0 0 9 16,0-1-10-16,0 1-7 15,0 0-10-15,0 0-9 16,0 0-12-16,0 3 0 15,0 8 0-15,0 3 0 16,-2 4-2-16,-9 0-1 16,5 3 0-16,-2 1 0 15,-3 1 0-15,-1-3-1 16,6 0-2-16,-2-1-3 16,1-3-10-16,1-1 2 15,2-1 1-15,-2-3 0 0,0-2-1 16,6-3 0-16,-4-3-1 15,4-1 15-15,0-1 1 16,0-1 0-16,0 0 5 16,0 0-6-16,0 0 0 15,0 0-10-15,0 0-4 16,4 0 14-16,8-4 0 16,5-1 14-16,-3-1-4 15,3 2-3-15,1 1-3 16,-5 1-4-16,-1 2-2 15,0 0 0-15,-1 0-9 16,-3 0-3-16,-2 0 4 0,-2 5-6 16,-2 2-1-16,3-3-16 15,-3 0-29-15,-2 0-46 16,0-2-39-16,0-2-29 16</inkml:trace>
  <inkml:trace contextRef="#ctx0" brushRef="#br0" timeOffset="192773.91">4767 15248 474 0,'0'0'50'15,"0"0"-21"-15,0 0 90 16,0 0-39-16,0 0-44 16,0 0-13-16,0-3-7 15,0 3-12-15,0 4 11 16,0 9 3-16,-4 5 2 15,4-2-8-15,-2 0 2 0,-3 5-2 16,3-2-8 0,-4 0-3-16,2 1-1 0,2-2 0 15,-2-2-25-15,2-6-60 16,2-2-26-16,0-4-34 16,0-4-48-16</inkml:trace>
  <inkml:trace contextRef="#ctx0" brushRef="#br0" timeOffset="193403.21">4885 15175 392 0,'0'0'58'0,"0"0"-14"15,0 0 66-15,0 0-32 16,0 0-49-16,0 0-7 15,0-2-3-15,0 2-16 16,0 0-3-16,-2 6 3 0,-3 2-6 16,-1 3 3-1,4-1 0-15,-2-1 0 0,2 1-3 16,2-2-5-16,0-4-3 16,0 0-6-16,0-2 2 15,0 1-2-15,0-3-19 16,6 1 3-16,0-1 0 15,3 0 3-15,7 0 9 16,-6 0 3-16,3 0 12 16,-5 2 2-16,2 0-6 15,-3 1 10-15,-1 0 3 16,0 1 20-16,-6 4 11 16,2 0 5-16,-2-3 12 0,0 5 0 15,0 1-7 1,0 1 9-16,0 2-8 0,-12-1-2 15,3 0 3-15,-3 1-11 16,-4-2 10-16,3-2-15 16,5-1-3-16,-2-2-14 15,3-7-12-15,1 0-1 16,0-6-66-16,0-14-116 16,2-4-85-16,2-4-113 15</inkml:trace>
  <inkml:trace contextRef="#ctx0" brushRef="#br0" timeOffset="193657.93">4864 15160 590 0,'0'0'58'16,"0"0"-37"-16,0 0 59 15,0 0 14-15,0 0-32 16,0 0-8-16,87-41-11 16,-71 41-18-16,-1 0-8 15,-1 0-15-15,1 0-2 16,-5 3-16-16,2 5-48 16,1-2-52-16,-5-1-60 15,-2 1-106-15</inkml:trace>
  <inkml:trace contextRef="#ctx0" brushRef="#br0" timeOffset="194016.89">5100 15364 536 0,'0'0'112'0,"0"0"-111"15,0 0 36-15,0 0 1 16,0 0-23-16,0 0 11 16,-7 84 6-16,1-65 4 15,0-3-17-15,2-2-19 16,4-6-18-16,0-3-100 16,0-5-105-16</inkml:trace>
  <inkml:trace contextRef="#ctx0" brushRef="#br0" timeOffset="194849.94">5325 15171 289 0,'0'0'107'0,"0"0"-84"16,0 0 84-16,0 0-13 16,0 0-42-16,0 0-20 15,-44 6-13-15,38 3 10 16,0 3 13-16,0 3 1 15,2-1-9-15,-7 2-6 16,11 0 5-16,-2-3-2 16,2-1 2-16,0-2-13 15,0 0-19-15,0-6 1 16,9-2-2-16,7-2-18 16,1 0-10-16,1 0 0 15,-3-5 2-15,3-4-5 0,-1-1 2 16,-5 0-26-16,5-3 20 15,-9 1-24-15,-2-2 13 16,1 4-5-16,-7-1 4 16,0 1 47-16,0 3 2 15,0 0 20-15,-3 5 19 16,-3 1 10-16,0 1-8 16,0 0-12-16,0 0 7 15,-1 0-15-15,1 0-2 16,2 1-6-16,2 8-4 15,2 0-4-15,-4 0 3 16,4 6-5-16,0-2 6 0,0 2-2 16,0 2-5-16,0-1 4 15,0 1-6-15,0 2 3 16,6-5-2-16,-2-1-2 16,-4-2-1-16,2 0 1 15,2-1 0-15,-4-1 0 16,3 0-1-16,-3-5 3 15,0 2 2-15,0-2 14 16,0 2-5-16,-7-1 5 16,-1-2-8-16,-6 1-4 15,5 0-2-15,-1 0-2 16,-2 1 3-16,3-2-3 16,-1-1-2-16,2-1 6 0,4-1-2 15,-3 0-2-15,5 0-3 16,-4 0-3-16,2 0-21 15,4 2-19-15,0-2-29 16,0 0-42-16,0 0-117 16,0 0-75-16</inkml:trace>
  <inkml:trace contextRef="#ctx0" brushRef="#br0" timeOffset="195743.41">5592 15192 492 0,'0'0'183'0,"0"0"-164"16,0 0 84-16,0 0-11 16,0 0-53-16,0 0-8 15,-29-3-3-15,27 3-23 0,-3 0-3 16,3 0-2-16,-4 0 1 15,0 9-1-15,-2 1 7 16,1 3 0-16,-1 1-2 16,4 0 6-16,4 3-2 15,0-3 1-15,0-3-6 16,0 2 5-16,10-7-9 16,3-2-6-16,-3-1-6 15,9-3-14-15,-7 0-8 16,3-3-7-16,1-7 6 15,-3-3-2-15,-1 2-4 16,-6-1 19-16,-2 2 0 0,-2 1 22 16,-2 4 0-16,0 0 11 15,0 3-1-15,0 2 16 16,0 0 11-16,0 0 0 16,-2 0-1-16,-2 0-21 15,2 0 4-15,2 0-7 16,-4 0-2-16,4 6-2 15,-2 0-5-15,2 4 2 16,0 0 2-16,0 2-2 16,0-2-1-16,0 4 4 15,0 0-5-15,0 0 2 16,0 0-4-16,0 1 4 16,0-2 0-16,0 1-3 0,2-2-1 15,-2-3-1-15,0 1 2 16,4 1-2-16,-4-4 4 15,0 2-2-15,0-2-1 16,0-2 0-16,0 1 1 16,0 0 10-16,0-1 4 15,0 2 9-15,-6-3-1 16,-4 0 2-16,3 1-1 16,-3-1-2-16,2-2 0 15,-3 1-4-15,3-3 2 16,-2 2-12-16,2-2-1 15,1 0-4-15,-5 0-4 16,8 0-6-16,-7 0-7 16,5 0-21-16,0 0-51 0,-2 0-102 15,-5 1-319-15</inkml:trace>
  <inkml:trace contextRef="#ctx0" brushRef="#br0" timeOffset="202818.81">6956 15232 113 0,'0'0'62'16,"0"0"-62"-16,0 0 17 15,0 0 3-15,0 0-19 16,0 0 2-16,0 0 4 16,0 0 27-16,0-15 1 15,0 14 3-15,0 1-6 16,0-2-4-16,-4 1-15 16,2-3-6-16,2 4 2 15,-4-3-5-15,4 0 0 16,0 0-4-16,0 1-6 15,0-1-9-15,0 0 1 0,0 1 6 16,0 1 7 0,0-2 1-16,0 3 1 0,0-2 5 15,0 0 10-15,0-1 10 16,0 1 23-16,0-2-1 16,0 2 19-16,0-2-1 15,0-3-7-15,0 3-17 16,0-5 3-16,0 4 16 15,4 0-19-15,-4 3-4 16,0 2-7-16,0 0-6 16,0 0-2-16,0 0-9 15,0 0-10-15,0 0-4 16,0 0-1-16,0 0-15 0,0 0 16 16,0 0 8-16,0 6-3 15,0 9-5-15,-7 0 4 16,1 4-4-16,2-1 1 15,-2-3 0-15,0-1 1 16,2 0-1-16,-3 0-2 16,5-2-1-16,-2-1-6 15,4-5-3-15,0-1-9 16,0-3 5-16,0-2 2 16,0 0-17-16,0 0-6 15,0 0 5-15,4 0 31 16,9 0-1-16,-3-5 1 15,2 0-10-15,-3 5 10 16,3 0-4-16,1 0-3 0,-1 0-7 16,0 0 13-16,-1 0-1 15,-5 0 0-15,0 0-1 16,0 0-1-16,0 3-3 16,-1 4 5-16,-5-1 1 15,0-1 1-15,0 5 36 16,0 1-2-16,0-1 0 15,-5 0-17-15,-1-2-2 16,0 2 1-16,0-1-3 16,0 0 1-16,-5 1 5 15,3 0 1-15,-4-3-4 16,1 0 0-16,-1-4-6 0,4-3-1 16,-3 0-8-16,3 0-1 15,-2-10-44-15,6-13-63 16,2-5-55-16,2-2-77 15,0 2-233-15</inkml:trace>
  <inkml:trace contextRef="#ctx0" brushRef="#br0" timeOffset="203112.16">6974 15130 542 0,'0'0'113'0,"0"0"-108"0,0 0 140 15,0 0-34-15,0 0-81 16,0 0 8-16,3-21-10 16,1 21-15-16,8-1 5 15,-4-1-3-15,9 1-4 16,-1-1 6-16,3 2-6 15,2 0-8-15,1 0-2 16,3 3-1-16,-6 6-21 16,4 5-74-16,-11-1-114 15,0-1-189-15</inkml:trace>
  <inkml:trace contextRef="#ctx0" brushRef="#br0" timeOffset="203884.39">7247 15226 478 0,'0'0'101'0,"0"0"-42"15,0 0 65-15,0 0-31 16,0 0-33-16,0 0-14 15,-4-18-11-15,10 13-7 16,5 1 0-16,-3-3-12 16,9 1-9-16,-1 2-1 15,-4 1-6-15,-3 3-3 16,1 0 3-16,-2 0-2 0,3 0-4 16,-9 0-6-16,2 10 1 15,-4 4 11-15,0 1 1 16,0 1-1-16,-4-1-1 15,-5-1-1-15,3 0-1 16,-6-1 1-16,6-4 1 16,-5-1-3-16,9-5-5 15,-2-2 5-15,4-1 4 16,0 0-1-16,0 0-6 16,0 0-12-16,0 0 10 15,0 0-13-15,0 0-16 16,10 0 29-16,-1 0 5 15,3 0-9-15,-2 0-8 0,3 3-10 16,-5 4 5 0,5-2 2-16,-5 2 4 0,-2 3 9 15,-4 1 8-15,2 0 3 16,-4 2 1-16,0-5 15 16,0 4 23-16,-4-1 4 15,-8-1 6-15,1 4-7 16,-1-5-3-16,-3 0 2 15,3-3-14-15,0-2-7 16,-5-1-5-16,9-3-8 16,-2 0-7-16,3 0-47 15,3 0-3-15,4-8-92 0,0-2-56 16,0-1-153 0</inkml:trace>
  <inkml:trace contextRef="#ctx0" brushRef="#br0" timeOffset="204180.89">7526 15389 529 0,'0'0'160'0,"0"0"-142"16,0 0 35-16,0 0-11 0,0 0-34 16,0 0-8-16,-4 40 23 15,4-21-22-15,-2 1 17 16,-2-1-16-16,-2-2 4 16,4-3-6-16,-2-3-14 15,2-3-64-15,2-6-138 16,0-2-151-16</inkml:trace>
  <inkml:trace contextRef="#ctx0" brushRef="#br0" timeOffset="204718.41">7692 15349 480 0,'0'0'241'0,"0"0"-216"16,0 0 24-16,0 0 40 15,0 0-87-15,0 0-2 16,22-48 11-16,-13 33-8 0,1-2-2 16,3-1-1-16,-3-1-21 15,-2-4-4-15,2 6-1 16,-7 0-10-16,7 2-11 16,-8 5 9-16,2 5 11 15,-4 1 27-15,0 4 16 16,0 0 24-16,0 0 0 15,0 0-9-15,0 0-22 16,0 6-9-16,0 3 10 16,-4-1 5-16,2 5 11 15,-4 2 13-15,-1 2-4 16,1 6 3-16,0 3-4 0,-4 0-3 16,-3 1-18-16,7 5 12 15,-4-4-14-15,1-2-5 16,5-7-6-16,4-7 0 15,0-6-29-15,0-3-70 16,0-3-100-16,0 0-129 16</inkml:trace>
  <inkml:trace contextRef="#ctx0" brushRef="#br0" timeOffset="205309.28">7861 15175 677 0,'0'0'22'15,"0"0"-14"-15,0 0 120 16,0 0-65-16,0 0-24 16,0 0 10-16,0-6-13 15,0 6-19-15,0 12 20 16,11 3 21-16,-3-2-35 0,4 2-11 16,7-5-3-1,4-7-5-15,1-3 0 0,5 0-3 16,-2-2-1-16,6-12-7 15,-12 1-7-15,2-3-23 16,-9 6 13-16,-8 5-2 16,-1 3 19-16,-5 2 7 15,0 0 11-15,0 0 5 16,0 0-3-16,-11 6-8 16,-1 5-5-16,-3 3 1 15,3 6 1-15,-5 2 13 16,3 2 6-16,-7 5 3 15,3 3 5-15,3-1-4 0,3-2-2 16,-1 1-8 0,3-7 2-16,4-4-5 0,4-2-9 15,-2-5-3-15,-1-6-1 16,5-4-20-16,0-2-17 16,0 0-26-16,0 0-34 15,0-2-79-15,0-13-43 16,0 0-69-16</inkml:trace>
  <inkml:trace contextRef="#ctx0" brushRef="#br0" timeOffset="205568.08">7865 15392 541 0,'0'0'114'0,"0"0"-68"15,0 0 127-15,0 0-64 16,0 0-35-16,0 0-9 16,15-14-17-16,1 14-2 15,-1 0-14-15,3 0-6 16,3 0-5-16,0 2-9 16,4-1-5-16,-3-1-7 15,7 0-2-15,-2 0-29 16,2 0-44-16,0-6-137 0,-10 1-335 15</inkml:trace>
  <inkml:trace contextRef="#ctx0" brushRef="#br0" timeOffset="-214370.79">9267 15260 256 0,'0'0'32'15,"0"0"23"-15,0 0 39 16,0 0-15-16,0 0-1 16,0 0 1-16,0 0-5 15,0 0-19-15,-6 0 8 16,2 0 2-16,4 0-13 15,0 0-13-15,0 0-13 16,0 0-2-16,0 0-7 16,0 0 1-16,0 0-11 0,0 0 5 15,0 0-9-15,0 0 1 16,0 0-4-16,0 0 0 16,4 0 5-16,4 0 2 15,4 0-3-15,1 2-1 16,-1-1 0-16,1 1 0 15,3-1 1-15,-3 1 1 16,-1-1-3-16,0 1-1 16,-1-1 1-16,-3 1-2 15,-4 0 0-15,2-2 0 16,-6 0 0-16,0 0 0 16,0 0 3-16,0 0-2 15,0 0 2-15,0 0 1 0,0 0-4 16,0 0 6-16,0 0-6 15,0 0-7-15,0 0-3 16,0 0-12-16,0 0-26 16,0 0-41-16,0 0-71 15,0 0-112-15,0 3-308 16</inkml:trace>
  <inkml:trace contextRef="#ctx0" brushRef="#br0" timeOffset="-213383.26">9703 15160 414 0,'0'0'84'0,"0"0"-81"0,0 0 20 15,0 0 66-15,0 0-46 16,0 0-10-16,-45-24-8 16,36 20-3-16,3-1 9 15,-4 1-10-15,8 3 0 16,-4 1-6-16,-5 0 0 16,5 0 2-16,-2 2-14 15,-3 9-3-15,1 4-3 16,4-1 3-16,-2 6 1 15,1-1 10-15,1-4 10 16,2 4-2-16,4-2-3 16,0-3 0-16,0-1-16 0,4-5-10 15,9-3 0 1,1-1 6-16,3-4-10 0,-1 0-10 16,5-4-16-16,4-9-12 15,-3-8-20-15,-3 2-8 16,-3-1-10-16,-3 2 55 15,-7 4 20-15,-4 3 14 16,-2 4 1-16,0 0 27 16,0 7 14-16,0 0 2 15,-6 0 1-15,0 0-15 16,0 0-6-16,-1 0-13 16,5 0-4-16,-2 0-1 15,-2 4 0-15,6 0 2 0,-2 3-2 16,-2 3 4-1,4 1 0-15,-2 5 6 0,2 2-6 16,0-4-5-16,0 3 0 16,-4 2-4-16,4-1 0 15,0 1 0-15,0-4 0 16,-5 2-5-16,5-5 3 16,-2 1 2-16,2 0 0 15,-4-2 2-15,2-1-1 16,-4 4 1-16,0-5-1 15,2 2 5-15,-3-3 4 16,1-5 11-16,0 2 0 0,0-2 7 16,4 0 1-1,-2-1-5-15,-3-1 2 0,1 1-4 16,0-2 0-16,-2 1-12 16,-3-1-4-16,1 0-3 15,8 0 0-15,-4 0 4 16,2 0-5-16,2 0-2 15,-5 0-7-15,7 0-9 16,0 0-35-16,0-6-49 16,0 0-27-16,0-1-86 15,0-1-225-15</inkml:trace>
  <inkml:trace contextRef="#ctx0" brushRef="#br0" timeOffset="-212431.61">9862 15227 371 0,'0'0'33'16,"0"0"-15"-16,0 0 94 15,0 0-19-15,0 0-33 16,0 0-2-16,0 0-16 15,-10-29-9-15,8 29-1 16,2 0-3-16,-4 0-20 16,-3 0-2-16,7 0-7 15,-6 0-1-15,4 5 1 16,-4 5 0-16,0 4 0 16,0 2 5-16,1 0 4 15,-1 2 8-15,4-4-6 16,2 2 0-16,0-6-9 0,0-2-2 15,0-2-1-15,6-4-7 16,3-2 1-16,3 0-11 16,0 0-15-16,5-2 4 15,-5-7 8-15,1-2-13 16,-3 1 2-16,-2-2 1 16,-1 2 9-16,-3-3 7 15,-2 3 4-15,-2-1 10 16,0 1 1-16,0 1 7 15,0 1 7-15,0 1 3 16,-2 4 9-16,-4 0 3 16,1 1 3-16,3 2 0 0,-2 0-4 15,4 0 0-15,0 0-7 16,0 0-12-16,0 0-9 16,0 2-3-16,0 9 3 15,0 5 0-15,-2 1 0 16,2 2 2-16,0 1-2 15,0 0 0-15,0-1 1 16,0 1 0-16,0-3 0 16,0-1 1-16,0-1-2 15,0-1 1-15,0-3-1 16,0 2 1-16,0-2-1 16,-4 1 1-16,-2-1-1 15,6-4 1-15,-6 1 1 0,1-4 3 16,-1-1 2-16,0 2 14 15,0 0-5-15,0-4-2 16,-7 1 1-16,7 1 1 16,0-1 2-16,-2 1-2 15,1-1-9-15,-3-1-1 16,4-1 0-16,0 0-6 16,-1 0 0-16,3 0-10 15,2-3-13-15,-2-3-46 16,4-2-14-16,0-3-45 15,0 2-121-15</inkml:trace>
  <inkml:trace contextRef="#ctx0" brushRef="#br0" timeOffset="-212079.22">9961 15480 345 0,'0'0'264'0,"0"0"-253"16,0 0 102-16,0 0-1 15,0 0-80-15,0 0 0 16,0 0-1-16,0 2-18 16,0 7-7-16,-2 4-6 15,-4 2 0-15,2-2 5 16,2-1-3-16,-2-3-2 16,4-1-29-16,0-3-56 15,0-3-93-15,0-2-165 16</inkml:trace>
  <inkml:trace contextRef="#ctx0" brushRef="#br0" timeOffset="-210953.46">10160 15372 470 0,'0'0'214'0,"0"0"-209"15,0 0 99-15,0 0-27 16,0 0-69-16,0 0-6 16,0-8 6-16,4-2-4 15,4-3 1-15,3-1-3 0,1-5-2 16,0-3-6-16,3-2-25 16,-3-1-18-16,5 2-4 15,-7 1 3-15,-4-1-10 16,7 5-8-16,-11 3 32 15,2 6 15-15,-2 5 8 16,-2 3 13-16,0 1 9 16,0 0-3-16,0 0 18 15,0 0-8-15,-2 0-4 16,-2 5 36-16,-2 3-11 0,4 4-2 16,-5 1 7-1,3 4 0-15,-2-2-12 0,-2 4-4 16,0 1 6-16,1 3-7 15,1 2 10-15,-2 0-6 16,2 2-9-16,-1-1-2 16,1 0 9-16,-4 0-13 15,4-2-8-15,4-5-6 16,-3-6 0-16,3-5-18 16,2-5-38-16,0-3-73 15,0-2-39-15,9-15-61 16</inkml:trace>
  <inkml:trace contextRef="#ctx0" brushRef="#br0" timeOffset="-210339.92">10427 15150 145 0,'0'0'336'0,"0"0"-335"16,0 0 42-16,0 0 54 15,0 0-52-15,0 0-17 16,-25-3 4-16,21 3-30 16,-3 13 9-16,1-4 12 15,-2 6 2-15,2 1-3 16,0 1 5-16,-5 3 11 16,3 3 5-16,2 3-7 15,-3 0-10-15,3 0-1 16,6-3-6-16,0-3-4 15,0-2-9-15,0-3-6 16,0 0 0-16,15-6-2 16,-1 0 1-16,3-2-9 15,-3-5-1-15,-1-2-5 0,-1 0-15 16,0 0-3-16,-1-1-12 16,-5-7 22-16,-2-2 6 15,-4 1 18-15,0-2 3 16,0 3 5-16,-6-3 15 15,-4 2 12-15,-3 1-4 16,-3 1-8-16,3 3-4 16,1-2 1-16,4 4-4 15,-3 2-1-15,5 0-7 16,0 0-8-16,4 0-16 16,2 0-62-16,0 0-72 15,0 2-154-15</inkml:trace>
  <inkml:trace contextRef="#ctx0" brushRef="#br0" timeOffset="-209570.09">11131 15271 456 0,'0'0'188'0,"0"0"-187"16,0 0 79-1,0 0 52-15,0 0-68 0,0 0-11 16,7 0-2-16,-3 0-6 16,-2 0-3-16,8 0-11 15,-2 0-9-15,7 0-5 16,-1 0-1-16,9 0-4 15,-2-8-3-15,2 4 0 16,1-1-7-16,-5 2 0 16,-3 0-2-16,-1 3 1 15,-3 0-3-15,-1 0 1 16,-7 0 0-16,-2 0-6 16,-2 0-16-16,0 0-32 15,0 0-74-15,0 0-157 0,-6 0-440 16</inkml:trace>
  <inkml:trace contextRef="#ctx0" brushRef="#br0" timeOffset="-207069.93">11650 15237 9 0,'0'0'194'0,"0"0"-149"16,0 0-5-1,0 0 5-15,0 0-23 0,0 0 4 16,-33 7 9-16,31-6 12 16,-2 2 2-16,2-3 7 15,-2 1 8-15,2 1-11 16,-2-2 2-16,4 2-19 15,0-1 4-15,-2-1 8 16,2 2 9-16,0-2-24 16,0 0-14-16,0 0 2 15,0 0-1-15,0 0-9 16,0 0-3-16,0 0-7 0,2-3 3 16,10-7 8-1,0-6-3-15,5 0 0 0,2 0-7 16,-3-1-2-16,3-1-3 15,-5-1-12-15,3 1-10 16,-1 0-12-16,-7 0-3 16,-3 5-8-16,4 3 24 15,-10 6 1-15,0 2 23 16,0 1 0-16,0 1 2 16,0 0 5-16,0 0 1 15,0 0 10-15,0 0 9 16,0 3-14-16,-6 10-11 15,-4 4 7-15,1 6 18 16,-1 3 1-16,2 6 1 16,-3 2-2-16,1-2-7 0,2 2-2 15,-3-1-4-15,3-4-9 16,2-5-3-16,0-3-2 16,6-8-13-16,0-6-44 15,0-6-75-15,2-1-97 16,4 0-105-16</inkml:trace>
  <inkml:trace contextRef="#ctx0" brushRef="#br0" timeOffset="-206551.59">11787 15279 573 0,'0'0'56'0,"0"0"-55"16,0 0 105-16,0 0-42 16,0 0-39-16,0 0 13 15,6 0-3-15,-2-8 4 16,8-4-15-16,5-10-24 15,-5 1 0-15,7-8-22 16,2 0-29-16,-5 0 8 16,3 0 0-16,-7 8-2 15,-6 4 29-15,1 6 11 0,-7 9 5 16,0-1 10-16,0 3 21 16,0 0 10-16,0 0-6 15,0 0-6-15,0 0 8 16,0 5-9-16,-7 6-5 15,1 5 0-15,0 6 2 16,0 5 1-16,0 4-8 16,-5 0 6-16,5 0-6 15,-2 0 1-15,-5 0-2 16,7-5-12-16,-4-1 0 0,8-6-5 16,-2-6 0-1,4 0-10-15,0-8-32 0,0-2-58 16,0-3-93-16,10 0-86 15,9-12-181-15</inkml:trace>
  <inkml:trace contextRef="#ctx0" brushRef="#br0" timeOffset="-206101.33">12016 15196 518 0,'0'0'138'0,"0"0"-137"16,0 0 102-16,0 0-17 16,0 0-49-16,0 0 21 0,0-18-18 15,0 18-8-15,0 0-13 16,0 3-9-16,-6 12-1 16,4 7 4-16,-8 8 13 15,3 1 6-15,3-2-6 16,2 1 4-16,2-6-4 15,0-5-16-15,2-8-10 16,13-4-3-16,3-7 2 16,7 0-13-16,2-21-12 15,2-14 8-15,6-10-8 16,-10-5 11-16,-2-2 0 16,-9 3-5-16,-8 7 17 15,-2 8 2-15,-4 12 1 0,0 11 4 16,-10 4 11-16,-9 7 7 15,1 0-8-15,-5 5-5 16,-2 14-3-16,7 7-6 16,-1 6-3-16,3 8-11 15,3-4-44-15,7-4-100 16,-2-5-64-16,8-7 0 16,0-4-102-16</inkml:trace>
  <inkml:trace contextRef="#ctx0" brushRef="#br0" timeOffset="-205663.15">12330 15319 163 0,'0'0'325'0,"0"0"-295"16,0 0 59-16,0 0 16 15,0 0-61-15,0 0-7 16,-12 43 3-16,6-22-1 16,0 2 20-16,1 0-17 15,-1-1-21-15,6-6-20 16,0-3-1-16,0-6-24 15,0-5-104-15,6-2-134 16,5 0-312-16</inkml:trace>
  <inkml:trace contextRef="#ctx0" brushRef="#br0" timeOffset="-205095.61">12436 15314 689 0,'0'0'68'15,"0"0"-32"-15,0 0 92 16,0 0-89-16,0 0-27 16,0 0-1-16,6 7-3 15,4-23 7-15,7-5-13 16,1-4-2-16,-3-3-7 16,1 0-22-16,-1-2-3 15,-3 2-28-15,3 5 16 16,-7 0 16-16,-4 8 17 15,-2 2-2-15,-2 5 1 16,0 5 9-16,0 1 3 0,0 2 0 16,0 0 0-1,0 0 10-15,0 0-2 0,0 0 5 16,0 0 7-16,0 0 5 16,0 0 8-16,0 4-6 15,0 10 13-15,-6 6-12 16,0 6 1-16,-2 5 3 15,-7 5-1-15,3 1-8 16,-1 0 4-16,1 1-5 16,4-6-13-16,1-8-8 15,7-6-2-15,0-5-5 16,0-6-19-16,0-5-70 0,7-2-91 16,7-6-97-1</inkml:trace>
  <inkml:trace contextRef="#ctx0" brushRef="#br0" timeOffset="-204421.54">12622 15245 342 0,'0'0'136'0,"0"0"-134"0,0 0 81 15,0 0 38-15,0 0-63 16,0 0 18-16,18-29 7 16,-18 26-20-16,5-2-35 15,-3-4-14-15,8-1-12 16,-2 0-1-16,5-2-1 15,3 1-2-15,-1 2-8 16,-3-1 9-16,0 8-4 16,-1-1-3-16,-1 3 5 15,-8 0-4-15,2 0 3 16,-2 5 4-16,-2 9 3 16,0 2 17-16,0 1-6 0,0 2 2 15,0 1 0 1,0-2-4-16,-8 0-7 0,-2-1-5 15,-1-4 3-15,3 0-2 16,-4-3 1-16,-1 0-2 16,1 1-1-16,0 0-2 15,-1 1-6-15,1-3 1 16,-5 1 2-16,5-1 1 16,-1 2 5-16,3 0-1 15,8-5 0-15,-2 1 1 16,4-1 0-16,0-2 0 15,0 0 1-15,0-3 5 16,6 2 3-16,4-2 8 16,5 1 2-16,6-2 2 15,-3 0 7-15,3 0-12 0,4 0-10 16,-1-2-1-16,-1-2-4 16,2 1 8-16,-6 1-9 15,-3 2-7-15,-3 0-17 16,-7 0-49-16,-6 14-20 15,0 4-145-15,-11 4-254 16</inkml:trace>
  <inkml:trace contextRef="#ctx0" brushRef="#br0" timeOffset="-200221.57">571 16132 556 0,'0'0'131'0,"0"0"-101"15,0 0 105-15,0 0-59 0,0 0-42 16,0 0 18-16,0 0-10 15,6-1-10-15,-6 1-2 16,4 0-12-16,-4 0-7 16,0 0-3-16,0 0-6 15,0 0 1-15,0 0 1 16,0 0-3-16,0 0 1 16,0 0-2-16,0 7 1 15,0 4 4-15,0 2 8 16,0 4-3-16,0 4 0 15,0 0-5-15,0 1 0 16,0 3-2-16,0-1 0 16,0 2-3-16,0 1 2 0,0-2-1 15,0 4 0-15,-4-2-1 16,2 0 1-16,2 0 1 16,-4-2-2-16,4-1 3 15,0 1-2-15,-3-2 4 16,-3 1-4-16,2 0 0 15,2-3 0-15,-2-3 3 16,0-2-3-16,2-4-1 16,-2-5 0-16,4-7-3 15,0 0-12-15,0 0-26 16,0 0-25-16,0-8-58 16,0-13-150-16,0-7-109 0</inkml:trace>
  <inkml:trace contextRef="#ctx0" brushRef="#br0" timeOffset="-199140.44">633 16138 363 0,'0'0'56'0,"0"0"65"15,0 0 62-15,0 0-63 16,0 0-23-16,0 0-10 0,0-16-27 16,0 16-9-1,0 0-14-15,0 0-13 0,0 0-8 16,0 0-9-16,0 0-7 15,0 0-8-15,0 8-11 16,0 2 19-16,0 3 15 16,4 10 4-16,-4 1-11 15,2 6 5-15,-2 4-8 16,4 1 1-16,-4-4-1 16,4-3-1-16,-2-4-1 15,2-3-3-15,-2-2 0 16,4-7-2-16,-1-3 2 15,1-1-1-15,0-5 1 16,0 2-2-16,2-1 1 16,5 1 1-16,-7-1 0 15,6-3 0-15,-1 1-3 16,5-2 0-16,-3 0-6 0,1-7-11 16,3-10 12-16,1-2-8 15,-3-2 12-15,-1 0 4 16,-1-3 5-16,-5 0-3 15,2-2-2-15,-3-1 1 16,1 2 1-16,-4-3-2 16,-2 4 0-16,4-2-7 15,-2 6 7-15,-2 5 1 16,-2 2-1-16,0 7 2 16,0 4 0-16,0-1 3 15,0 3 0-15,0 0 2 0,0 0-4 16,0 0 0-16,0 0-2 15,0 0-1-15,0 0 0 16,0 3 4-16,0 2 10 16,-2 4-9-16,-4 3 0 15,2 4 0-15,-2 0-1 16,4 3 2-16,-4 2-1 16,1 5-1-16,-1-2-1 15,4 2 3-15,-2 0-3 16,2 2-2-16,-4-3-1 15,6 3 3-15,-4-5 0 16,4-1-1-16,-2 3 2 16,2-5 0-16,-5 3-2 15,5-6 0-15,-2-2 0 0,2 1 5 16,-4-2-5-16,2-1 0 16,2-2 2-16,-4 2-1 15,0 0-1-15,4 3 3 16,-2-1-4-16,-4-1 0 15,6 0-1-15,-5-5 0 16,5-1-7-16,0-5-34 16,0-2-51-16,-2-1-254 15</inkml:trace>
  <inkml:trace contextRef="#ctx0" brushRef="#br0" timeOffset="-197983.58">1009 16159 515 0,'0'0'223'0,"0"0"-173"16,0 0 109-16,0 0-72 16,0 0-54-16,0 0 4 15,0 2-18-15,0-2-12 16,4-6 1-16,0 0-2 15,4-5-5-15,3 0-1 16,-5-2-2-16,2 2-14 16,-4-3-6-16,-2 4-1 15,-2-2 2-15,0 1 15 16,0 4-3-16,0-3-4 16,-6 0 2-16,4 3 6 15,-2-1-14-15,-2 2 8 0,4 3-2 16,2-1-1-16,0 2 8 15,0 0 4-15,0 2-1 16,0 0-3-16,0 0-6 16,0 0-7-16,0 0 19 15,2 0-4-15,4 0 2 16,4 0 4-16,-2 0-2 16,3 0 0-16,-3 0 0 15,2 0 1-15,-1 0 0 16,-3 0-1-16,2 0 0 15,-2 0 0-15,-4 2-1 0,3 2 1 16,-3-2 0 0,-2 2 2-16,0 3 8 0,0 2 5 15,0 0 11-15,0 1-8 16,0 4-6-16,-7 0 3 16,1 0-8-16,0 3 10 15,0-7 4-15,2 2-4 16,4-5 0-16,0 2-6 15,0-2 3-15,0-2-5 16,6-2-8-16,4 0-1 16,3-1 0-16,3-1-14 15,-1 1-25-15,1 1-69 0,-1 2-137 16,-5 2-151 0</inkml:trace>
  <inkml:trace contextRef="#ctx0" brushRef="#br0" timeOffset="-180713.97">2509 16292 452 0,'0'0'134'0,"0"0"-126"15,0 0 97-15,0 0-17 16,0 0-53-16,0 0 9 16,0 0 6-16,0 0-28 15,0 2-2-15,7-2 4 16,1-12 8-16,8-2-7 16,3-8-12-16,2 0-12 15,-1-4-1-15,-1 4-3 16,0-2-14-16,-7 2-21 15,3-1-8-15,-5 7-23 16,0 2 2-16,-8 5 25 0,-2 6 7 16,0 3 25-16,0 0 10 15,0 0 4-15,0 0-4 16,0 0-5-16,0 0 2 16,0 9 5-16,0-1-2 15,-6 8 3-15,4 2 4 16,-6 4 8-16,-1 4 1 15,-1 5 7-15,2 4 1 16,-5 3-7-16,1-2-2 16,0-3-4-16,1-4-1 15,5-8-9-15,0-6-1 16,2-6-3-16,4-6-34 16,0-3-63-16,0 0-131 0,8-12-3 15</inkml:trace>
  <inkml:trace contextRef="#ctx0" brushRef="#br0" timeOffset="-179995.42">2772 16188 245 0,'0'0'229'15,"0"0"-221"-15,0 0 23 16,0 0 62-16,0 0-71 16,0 0-8-16,-2-35 23 15,2 30-16-15,6-5-3 16,0 4 1-16,1 4-1 16,1-3-8-16,2 2-7 0,-2 2-3 15,-1 1 1-15,-1 0 2 16,0 0-3-16,0 0-4 15,0 1 1-15,1 8 3 16,-3 1 7-16,-2 2-7 16,-2 2-4-16,0-1 3 15,0 7-1-15,-2 1 2 16,-11 0-3-16,-3 1 1 16,3-1-4-16,-1-2-1 15,2-2-1-15,-5-5-5 16,7-1 2-16,1-4 4 15,3-4 6-15,0 1 1 16,0-2 0-16,2 1 3 0,2 0 3 16,-3-1 2-16,5 0 8 15,0 1-6-15,0 1 4 16,0-2 8-16,0 5 1 16,5-2-3-16,3 1-9 15,8-1 2-15,1-1 5 16,-3 1-8-16,5-2-2 15,0-2-5-15,-3 1-3 16,3 3-1-16,-3-5-27 16,-3 0-16-16,-1 0-22 15,-4 0-30-15,-3 0-88 16,-3 0-148-16</inkml:trace>
  <inkml:trace contextRef="#ctx0" brushRef="#br0" timeOffset="-179507.04">2778 16204 401 0,'0'0'54'16,"0"0"-9"-16,0 0 87 16,0 0-68-16,0 0-38 15,0 0 4-15,-8-4-5 16,8 2-10-16,0 2 2 15,0 0-2-15,0 0-6 16,0 0-6-16,0 0 1 16,0 0 8-16,2 5 14 15,8 4 5-15,-3 4 7 16,1 2-16-16,2 2-10 16,-2 2 0-16,3-4-4 15,-5 1 4-15,2 3-7 0,-2-4 1 16,5-2 7-16,-5 1-11 15,4-4-2-15,-4-6-5 16,1 3-35-16,1-2-53 16,-2-2-41-16,0 2-93 15,-1 1-138-15</inkml:trace>
  <inkml:trace contextRef="#ctx0" brushRef="#br0" timeOffset="-178613.72">3028 16177 542 0,'0'0'62'0,"0"0"-10"16,0 0 70-16,0 0-67 16,0 0-33-16,0 0 25 15,-6-22-23-15,6 20-17 16,0 2 0-16,6-1-6 15,5 0 1-15,-1 1-2 0,-4 0-2 16,7 0-1 0,-7 0-9-16,2 0-6 0,-2 5 9 15,-6 5 1-15,4 3-2 16,-4-1 3-16,0 1 2 16,0 4 5-16,-4-4 0 15,-4 2 4-15,-2-3-2 16,1-2 0-16,-1-3-2 15,10-6-3-15,-6-1-3 16,6 0 1-16,0 0-16 16,-4 0 15-16,4 0 6 15,0 0-6-15,0 0-5 16,0 0-11-16,0 0 5 16,4-1 12-16,2-1 2 15,4 0-2-15,3-1 5 0,-5 3 0 16,2-1-4-16,-1 1 4 15,1 0 0-15,-4 0-7 16,-4 0 3-16,2 4-3 16,-2 1 4-16,3 1 3 15,-5 1 3-15,0 5 7 16,0-6 14-16,0 3 6 16,0 2-5-16,-5-3-7 15,-1 5 2-15,-2-3 18 16,2 2 2-16,-5-3-15 15,5 0-3-15,0-3-5 16,0-1-7-16,4-5-9 0,-2 0-1 16,2 0-10-16,-3 0-45 15,5 0-68-15,-2 0 3 16,2 0-105-16</inkml:trace>
  <inkml:trace contextRef="#ctx0" brushRef="#br0" timeOffset="-178268.57">3227 16358 499 0,'0'0'135'0,"0"0"-134"16,0 0 58-16,0 0-37 15,0 0-19-15,0 0-3 16,0 48 5-16,-6-30 0 15,1-3-5-15,-1 0 0 0,4-1 0 16,-4-5-44-16,6-4-102 16,0-5-88-16</inkml:trace>
  <inkml:trace contextRef="#ctx0" brushRef="#br0" timeOffset="-177390.88">3431 16151 478 0,'0'0'21'16,"0"0"11"-16,0 0 100 15,0 0-70-15,0 0-29 16,0 0 11-16,-12-10-26 16,12 10-3-16,0 0 2 15,-4 0-6-15,0 0-11 16,2 0 0-16,-5 8 0 15,3 2 1-15,-2 3 6 16,0 1 4-16,0 4 22 0,4-5-6 16,-5 3 4-16,7-3 1 15,0-5-23-15,0-1-8 16,7 0-1-16,1-5-8 16,4-2-5-16,5 0-2 15,-1 0-15-15,-3-10-10 16,1-3-18-16,-1 0 9 15,-7 3 7-15,0 1 13 16,-2 1 21-16,-4 5 8 16,0 0 13-16,0 2 15 15,0-1-6-15,0 2 2 16,0 0 9-16,-4 0 3 0,2 0-2 16,-2 0-34-16,-2 2 6 15,4 4 1-15,-3 4-2 16,3 2-1-16,2 0-2 15,0 4-2-15,0 2 0 16,0 0-2-16,0 3 2 16,0 2 1-16,0-4 0 15,2 4 1-15,5-4-2 16,-1-2-2-16,-2-1 0 16,-2-3 2-16,4-2 2 15,-6-2 0-15,4-1-2 16,-4-4 0-16,0 1 6 15,0-3 7-15,0 1 13 16,0 0 5-16,-10-1-11 0,4 1-1 16,-7-1 3-16,1-2 0 15,0 3 14-15,-3-2-4 16,-1-1-10-16,3 2-1 16,-3-2-2-16,3 0-6 15,5 0-1-15,-2 0 0 16,4 0-6-16,3 0-2 15,-1 0-4-15,2 0-4 16,2 0-21-16,0 0-54 16,0 0-164-16,-4 0-570 15</inkml:trace>
  <inkml:trace contextRef="#ctx0" brushRef="#br0" timeOffset="-167244.75">4453 16247 262 0,'0'0'159'0,"0"0"-138"15,0 0 62-15,0 0 64 16,0 0-59-16,0 0-13 16,0 0 10-16,0 0-24 15,0 0-5-15,0 0-7 16,0 0-8-16,0 0-16 16,0 0-6-16,0 0-9 15,0 0-10-15,0-1 0 16,0 1-4-16,6 0 4 15,4 0 8-15,5 0-5 16,1 0-2-16,-3 0 1 0,5 0 1 16,-5 0-3-16,3 0 0 15,-8 0 0-15,5 0 0 16,-3 0 1-16,-2 0-1 16,3 0 0-16,-5 0 0 15,-2 0 0-15,-2 0-1 16,-2 0-2-16,0 0-1 15,0 0-6-15,0 0-6 16,0 0-17-16,0 0-12 16,0 0-40-16,4 0-48 0,-2-3-28 15,-2-4-103 1</inkml:trace>
  <inkml:trace contextRef="#ctx0" brushRef="#br0" timeOffset="-166556.36">4763 16054 407 0,'0'0'106'0,"0"0"-91"15,0 0 123-15,0 0-49 16,0 0-64-16,0 0-3 15,0-3 0-15,0 3-3 16,0 0 0-16,0 0-10 16,0 0-6-16,0 0-2 15,0 0-2-15,0 0 2 0,0 3 7 16,4 7 10 0,-4 3 2-16,2 3-6 0,-2 1-12 15,0 4-2-15,0 1-5 16,-2-3 5-16,-4 0-5 15,-1-1-9-15,1-2 8 16,0-5-8-16,0 2-5 16,2-5 9-16,2 3 3 15,-5-6-3-15,3 0 6 16,4-1 1-16,-2-2 3 16,2-1 0-16,0-1 2 15,0 2-1-15,0-2-1 16,0 0 0-16,0 0 2 15,0 0 9-15,0 0-4 16,0 0-7-16,0 1 10 0,6-1 0 16,3 1 4-16,1-1 10 15,2 0-16-15,-3 0 1 16,1 0-5-16,2-1-4 16,-3-5 0-16,5 2-16 15,-1-3-32-15,-5 4-24 16,2-5-37-16,-2 2-87 15,-3 3-144-15</inkml:trace>
  <inkml:trace contextRef="#ctx0" brushRef="#br0" timeOffset="-166237.58">4827 16206 574 0,'0'0'58'0,"0"0"-15"16,0 0 77-16,0 0-79 16,0 0-30-16,0 0 12 15,0 0-1-15,-4 10 4 16,2 8 14-16,-5 4-7 15,-3 1 3-15,8 3-13 16,-6-3-6-16,6 1-12 16,-3-6-5-16,5-5-11 0,0-2-44 15,0-9-72-15,0-2-103 16,7-2-127-16</inkml:trace>
  <inkml:trace contextRef="#ctx0" brushRef="#br0" timeOffset="-165280.08">4980 16158 261 0,'0'0'193'0,"0"0"-169"16,0 0 52-16,0 0 33 16,0 0-68-16,0 0-28 15,0-15 7-15,0 10-10 16,10-1 1-16,-4 4-1 15,2-4-2-15,3-1-8 16,1 4 2-16,1 1-1 16,-5 0-1-16,2 2 0 15,-4 0-3-15,1 0 2 16,-5 0-9-16,2 0 8 0,-4 6 2 16,0 5 12-16,0 0-3 15,-4 3 4-15,-5 0-5 16,-3-1 5-16,0 1-7 15,-1-3-3-15,1-1-1 16,6-5 2-16,1 0-4 16,3-2 3-16,-2-2-2 15,4-1 1-15,0 0 1 16,0 0-3-16,0 0-5 16,0 0-4-16,0 0 2 15,0 0 0-15,0-3-3 0,6-1 6 16,5 0-4-1,-3 3 8-15,5 0-1 0,-3 1-6 16,-2 0-1-16,2 0-8 16,-3 0 4-16,-1 2 3 15,0 9 9-15,-2 0-2 16,2 1 2-16,1-2-3 16,-7 2 6-16,0-3-7 15,0 3 8-15,0-1-4 16,0 2 5-16,0-3 2 15,0 3 16-15,-7-3-7 16,1-3-2-16,2-2 3 16,-6 1 7-16,1-2-5 15,3 1 24-15,-6-2-9 0,6-2 8 16,-5 0-7-16,5-1-20 16,-2 0 4-16,4 0-8 15,-3 0-10-15,5 0-1 16,-2 0-9-16,4 0-31 15,0-1-15-15,0-2-72 16,0-1-20-16,0-3-166 16</inkml:trace>
  <inkml:trace contextRef="#ctx0" brushRef="#br0" timeOffset="-164918.83">5191 16318 500 0,'0'0'62'0,"0"0"-6"16,0 0 58-16,0 0-68 15,0 0-31-15,0 0 14 16,0 18-7-16,0-5 9 0,0-1 6 16,0 4-9-16,-7-3-7 15,3 0-18-15,2 1-3 16,-2-7-23-16,4-3-101 15,0-4-105-15,0 0-101 16</inkml:trace>
  <inkml:trace contextRef="#ctx0" brushRef="#br0" timeOffset="-163953.94">5393 16086 378 0,'0'0'36'16,"0"0"-8"-16,0 0 39 15,0 0-22-15,0 0-6 0,0 0 30 16,-8-1-13-16,2 1-10 16,2 0-13-16,4 0-19 15,-3 0 3-15,-1 0-9 16,2 0-1-16,-2 0-4 15,2 6 2-15,-4 4-1 16,6 1 13-16,-8 4 3 16,8-1-4-16,0 3 14 15,0 2-10-15,0-5-4 16,0 1 0-16,0-2-4 16,0-4-12-16,14-1 0 15,-8-4-4-15,7-1-7 16,-5-1 4-16,4-2-17 0,-5 0-12 15,5-3-9-15,-2-9 14 16,-1-2 0-16,1-1-19 16,0-1-1-16,-8 3 4 15,2-3-11-15,-2 6 33 16,-2 2 8-16,0 1 17 16,0 6 4-16,0-2 20 15,0 3 24-15,0 0-16 16,-6 0 9-16,4 0-1 15,2 0-29-15,-4 0 1 16,-2 0-2-16,6 5-1 16,-4 3 1-16,4 4-2 15,-2-2 6-15,2 5-3 16,0 2 7-16,0 3-2 0,0-1-3 16,0 4 6-16,0-1-9 15,0 0 5-15,0 1 3 16,2-1 0-16,2-3 17 15,-4-2-30-15,4-4-4 16,-2-1 5-16,2-1 9 16,-4-4-10-16,0-4 0 15,0 0 1-15,0 1 2 16,0-4-4-16,0 2 1 16,0 1 7-16,-4-3-3 15,-2 0 0-15,-4 0-4 16,-5 0 4-16,3 0 5 15,-1 0-2-15,-3 0 0 0,3 0-4 16,1 0 4-16,2 0-1 16,1 0 0-16,-1 0-6 15,4 0-4-15,4 0-2 16,-2 0-1-16,4 0-30 16,-7 0-13-16,7 0-70 15,-2 0-157-15,-8 0-372 16</inkml:trace>
  <inkml:trace contextRef="#ctx0" brushRef="#br0" timeOffset="-158724.79">11098 16355 342 0,'0'0'321'15,"0"0"-278"-15,0 0 69 16,0 0 33-16,0 0-76 16,0 0-21-16,0 0-5 15,-4-3-15-15,4 3-5 16,0 0-7-16,0 0-6 0,0 0-7 15,0 0-3-15,11 0 8 16,1 0-4-16,2 0-4 16,9 0-1-16,0 0-1 15,-4 0-34-15,-1 0-39 16,1 0-63-16,-5 0-125 16,-3 0-122-16</inkml:trace>
  <inkml:trace contextRef="#ctx0" brushRef="#br0" timeOffset="-157960.15">11402 16319 345 0,'0'0'261'0,"0"0"-259"16,0 0 65-16,0 0-2 15,0 0-58-15,0 0 6 16,6 0 4-16,1-6 2 0,5-3 6 16,-4-7-17-16,9 1-8 15,-5-4-3-15,1-1-19 16,3 0-14-16,-3-1-8 15,-1 4-5-15,-4 0-3 16,-2 7 8-16,3 2 12 16,-9 2 13-16,0 5 11 15,0-1 6-15,0 2 0 16,0 0 4-16,0 0 4 16,0 0 2-16,0 0 7 0,0 0-4 15,0 8-7 1,0 5 21-16,-4 3 5 0,-3 1-6 15,1 6-1-15,0 4 7 16,0 5-13-16,-5 2 6 16,3-2 5-16,-2-2 7 15,2-3-11-15,3-7-12 16,3-4-12-16,-2-7 0 16,4-6-39-16,0-3-77 15,0 0-106-15</inkml:trace>
  <inkml:trace contextRef="#ctx0" brushRef="#br0" timeOffset="-157247.56">11615 16313 469 0,'0'0'101'16,"0"0"-89"-16,0 0 123 15,0 0-81-15,0 0-40 16,0 0 19-16,6 0 9 16,5-9 3-16,1-6-24 15,3-3-15-15,1-1-6 0,3-5-2 16,-1 0-17-16,-1 5-30 16,-3 1 25-16,-1 4-12 15,-7 4 5-15,-2 5-1 16,-2 2 12-16,-2 2 17 15,0 1 3-15,0 0 8 16,0 0 8-16,0 0 7 16,0 4-6-16,-2 6-5 15,-8 0 8-15,4 4 10 16,-1 2-8-16,1 2 5 16,-2 4 8-16,-7 2-14 0,7 2 2 15,-2 1 2 1,1 0 1-16,-3-1-1 0,6-3-10 15,0-2 5-15,-1-5-14 16,3-6-6-16,2-2 0 16,-2-5-31-16,4-3-61 15,0 0-103-15,0-13-177 16</inkml:trace>
  <inkml:trace contextRef="#ctx0" brushRef="#br0" timeOffset="-156488.94">11884 16122 162 0,'0'0'290'0,"0"0"-267"16,0 0 84-16,0 0 8 15,0 0-58-15,0 0-8 16,-2-1-9-16,2 1-20 15,0 0 3-15,0 0 1 16,0 6 60-16,0-1-37 16,6 3-9-16,2 0-11 0,3-3-8 15,1-3-10 1,5-1-7-16,-3-1 4 0,3 0-4 16,1 0-2-16,-1-3-7 15,1-2-8-15,-3-3 2 16,-3 2-1-16,-6 2-23 15,1 1 8-15,-3 3 1 16,-4 0 22-16,0 0 6 16,0 0 11-16,0 0-4 15,0 0 9-15,-4 0-3 16,-3 5-13-16,-5 9 0 16,4-1 6-16,-5 7 3 15,-3 5 4-15,3 2 10 16,-3 4-10-16,3 1 6 0,1-3-4 15,4-5-3-15,2-7-4 16,1-3-5-16,3-5-3 16,2-5-5-16,0-1-35 15,0-3-59-15,0 0-96 16,0 0-114-16</inkml:trace>
  <inkml:trace contextRef="#ctx0" brushRef="#br0" timeOffset="-156120.98">11871 16319 498 0,'0'0'120'16,"0"0"-83"-16,0 0 96 15,0 0-58-15,0 0-10 16,0 0-3-16,-2-3-13 16,2 3-14-16,0 0 2 15,9 0 10-15,3 0-14 0,5 0-13 16,1 0-9-16,1 0-3 15,4-1-8-15,-5-4 0 16,1 4-5-16,-7-1-38 16,1 2-32-16,-1 0-70 15,0 0-90-15,-7 0-181 16</inkml:trace>
  <inkml:trace contextRef="#ctx0" brushRef="#br0" timeOffset="-155077.83">12198 16352 73 0,'0'0'248'16,"0"0"-192"-16,0 0 36 16,0 0 5-16,0 0-21 15,0 0-25-15,0 0 3 16,0 0-7-16,0 0-8 0,0 0 0 16,0 0 20-16,0 0-28 15,0 0-12-15,0 0-7 16,0 0-4-16,0 0-8 15,0 0 0-15,0 2 0 16,0 10 12-16,0 3 6 16,0 3-15-16,-2-2 2 15,-4 1-2-15,0-2-3 16,1-6-2-16,1-1-16 16,2-4-17-16,2-3-69 15,0-1-89-15,0 0-155 16</inkml:trace>
  <inkml:trace contextRef="#ctx0" brushRef="#br0" timeOffset="-153324.59">12392 16285 382 0,'0'0'195'0,"0"0"-192"16,0 0 103-16,0 0 36 16,0 0-62-16,0 0-26 0,7-26-4 15,-1 19-19 1,0 0-4-16,4-4-2 0,-1 2-5 16,3 0-10-16,5-1-5 15,-1 4 3-15,-4-1-7 16,3 0 3-16,-5 6-1 15,-4 1-3-15,1 0-6 16,-1 0 3-16,-4 3 0 16,-2 7 4-16,4 1-2 15,-4 4 2-15,0 0-2 16,0 0-2-16,-4 4 2 16,-4-1-6-16,-5 0-2 15,-3 1-4-15,1-2 13 16,-1 1-5-16,-7-2 5 0,9 1-8 15,-3-2 8-15,3-4 0 16,1-1 1-16,3-2-1 16,4 0 0-16,-1-3-3 15,7-2 3-15,0 3 3 16,0-5 1-16,0 0 2 16,0 2-3-16,0-2 1 15,0 0-1-15,13-1 6 16,5 0 6-16,5 0 4 15,-2 0 7-15,6 0 0 16,-3 0-8-16,-3 0 2 16,2 0-5-16,-9 0-2 15,3 0-12-15,-7 0-1 0,-4 0 0 16,-4 0-3-16,3 3-11 16,-5 2-18-16,0 0-26 15,-5 6-40-15,-15-1-243 16</inkml:trace>
  <inkml:trace contextRef="#ctx0" brushRef="#br0" timeOffset="-144266.19">6695 16369 298 0,'0'0'312'0,"0"0"-277"15,0 0 43 1,0 0 8-16,0 0-52 0,0 0-4 15,0 0 13-15,-4 6-24 16,4-6 3-16,0 0-1 16,6-5-5-16,7-10-6 15,10-6-5-15,-1-4-5 16,-3-2-25-16,0-1-11 16,1 4-32-16,-3 3 12 15,-5 5 3-15,-1 3 1 16,-5 7 32-16,-4 4 20 15,-2 0 0-15,0 2 1 16,0 0 15-16,0 0 4 16,0 0 1-16,0 4-13 15,-6 7 5-15,-3 5 17 0,-1 4 5 16,-2 5-4-16,-1 5 7 16,3 1-5-16,-3 3-10 15,5-3-7-15,-2-1 4 16,4-5-14-16,-1-2-4 15,5-9-1-15,2-1-1 16,0-6-33-16,0-4-82 16,0-2-48-16,2-1-124 15</inkml:trace>
  <inkml:trace contextRef="#ctx0" brushRef="#br0" timeOffset="-143506.75">6970 16193 351 0,'0'0'156'16,"0"0"-108"-16,0 0 75 16,0 0-59-16,0 0-54 15,0 0-4-15,0 0-2 16,-12 1 2-16,6 8 2 0,4 0-4 15,-2 2-1 1,1-4-1-16,-1 5-1 0,2-3-1 16,2 0-2-16,0-1 1 15,0 2-7-15,0-3-20 16,0 0-1-16,0 0-17 16,0-2 8-16,6-2 3 15,1 3 8-15,5-3 16 16,-4 4 5-16,5-2-3 15,-1 0 2-15,-2 3 2 16,1 0 3-16,-5 1 2 16,-4 2 7-16,-2-1 23 15,0 2 10-15,0-1-5 0,0 1 7 16,-6 0-3-16,-4-4 16 16,1 1-17-16,-1 1 4 15,-2 0-1-15,-1-1-3 16,-1-2-5-16,3-5-14 15,-1-1-6-15,0-1-13 16,1 0-2-16,3-5-79 16,2-13-49-16,2-6-114 15,4 0-222-15</inkml:trace>
  <inkml:trace contextRef="#ctx0" brushRef="#br0" timeOffset="-143191.56">6981 16228 428 0,'0'0'97'16,"0"0"-23"-16,0 0 67 0,0 0-70 16,0 0-45-1,0 0-2-15,24 0 25 0,-11 0-16 16,-1 0-16-16,7 0-11 16,-1 0-6-16,-1 0-40 15,-3 0-76-15,3 0-83 16,-7 2-73-16</inkml:trace>
  <inkml:trace contextRef="#ctx0" brushRef="#br0" timeOffset="-142563.31">7241 16268 400 0,'0'0'172'0,"0"0"-112"16,0 0 50-16,0 0-50 15,0 0 0-15,0 0 9 16,21 10-26-16,-11-10-7 15,3 0-7-15,-1 0-15 16,0 0-10-16,1 0 1 16,-3-4-5-16,-2-2-5 15,-1 0-19-15,-3 3-19 16,-2 0-9-16,-2 1 5 16,0 2 26-16,0 0 16 15,0 0-7-15,0 0 4 0,0 10 6 16,-13 4 2-16,1 5 0 15,-3 3 16-15,3 4 33 16,-2-1-14-16,1 1 14 16,5-4-4-16,2-1-14 15,0-1-15-15,1-2-3 16,3-3-10-16,-2-4-3 16,4-1-2-16,0 1-26 15,0-8-52-15,0 0-73 16,-2-3-71-16,2 0-50 15</inkml:trace>
  <inkml:trace contextRef="#ctx0" brushRef="#br0" timeOffset="-142304.58">7156 16427 460 0,'0'0'174'16,"0"0"-94"-16,0 0 46 15,0 0-18-15,0 0-43 16,0 0-14-16,67-5-16 16,-49 5-16-16,3 0-17 15,2 0-2-15,-5 0-37 16,1 0-74-16,-1 2-122 0,-5 2-121 15</inkml:trace>
  <inkml:trace contextRef="#ctx0" brushRef="#br0" timeOffset="-141947.07">7477 16460 439 0,'0'0'56'0,"0"0"-24"16,0 0 55-16,0 0-85 15,0 0 12-15,0 0 37 16,-17 41-21-16,13-26 5 16,2-4-2-16,2 2-33 15,0-5-2-15,0-4-64 0,0-4-183 16</inkml:trace>
  <inkml:trace contextRef="#ctx0" brushRef="#br0" timeOffset="-141362.88">7665 16209 394 0,'0'0'38'16,"0"0"37"-16,0 0 3 15,0 0-57-15,0 0-4 16,0 0 9-16,21-6 12 16,-15 7 2-16,-2 4-18 15,2 3-4-15,-4 3-14 16,4 0-4-16,-6 2-2 16,4 3 2-16,-4-3 14 15,0 5-6-15,0-1-7 16,-4 0 1-16,-4-1 1 0,-4-1-3 15,-1 0-1 1,-3 3 1-16,3-4-2 0,1 1-4 16,0-2 5-16,1-5-7 15,3-2 4-15,8-3 4 16,-4 0 2-16,4-3-2 16,0 1 0-16,0 1 4 15,0 3 18-15,0-4-1 16,0 2 8-16,6-1 1 15,4-2-7-15,3 4 9 16,-1-4-1-16,3 0 4 16,-1 0-22-16,1 0-13 0,1 0-3 15,-1 0-44-15,-3 0-98 16,0-4-123-16</inkml:trace>
  <inkml:trace contextRef="#ctx0" brushRef="#br0" timeOffset="-140416.06">7865 16316 173 0,'0'0'329'15,"0"0"-304"-15,0 0 90 0,0 0 11 16,0 0-82-16,0 0 28 16,-6-28-18-16,6 22-24 15,0 2-4-15,6-3 0 16,3 4-2-16,1-5-14 15,4 2 1-15,-1 3-10 16,3 1 2-16,3 0-3 16,-2 2 0-16,-3 0 0 15,3 0-10-15,-5 0 2 16,-4 4-2-16,3 2-1 16,-5 5 2-16,-2-1 1 15,-4 3 4-15,0 1 1 16,0 2 3-16,-8 0 1 0,-5-1 1 15,-1 3-2-15,-3-5 0 16,-1 1-5-16,3-5 5 16,5-4 0-16,4-1 0 15,1-2-1-15,5-2 0 16,0 0-3-16,0 0-9 16,0 0-15-16,0 0-2 15,0 0 15-15,5 0 15 16,7 0-1-16,0 0 2 15,1-3-1-15,3 0 3 16,-1-2-3-16,1 5-5 16,-3 0 4-16,-1 0 0 0,-1 0-15 15,-5 5 13-15,2 6-2 16,-4-3 5-16,-2 1 7 16,2 0 19-16,-4-3-5 15,0 2 1-15,0-2-9 16,0-1 8-16,0 2-1 15,-4-2 3-15,-4 3 0 16,-2 0 0-16,1-1 0 16,-3 1-9-16,-5 0 4 15,5-2-2-15,0 1 0 16,-5-6 1-16,5 1-6 16,-3-2-3-16,-1 0-8 15,-1 0-7-15,3 0 0 0,-3 0-19 16,5 0-7-1,-1 0-46-15,-1 0-137 0,-3 0-216 16</inkml:trace>
  <inkml:trace contextRef="#ctx0" brushRef="#br0" timeOffset="-137026.72">9068 16351 195 0,'0'0'440'16,"0"0"-402"-1,0 0 43-15,0 0 67 0,0 0-87 16,0 0-9-16,0 0-2 16,0 0-13-16,0 0-8 15,0 0-6-15,0 0-2 16,0 0-10-16,0 0-11 15,0 0 1-15,7 0-1 16,5 0 16-16,-2 0-9 16,9 0 0-16,-5 0 3 15,3 0-6-15,2 0-3 16,-7 0 2-16,5 0-3 16,-5 0 0-16,-4 0 0 15,3 0-4-15,-5 0-3 16,0 0-9-16,4 0-3 0,-4 0-23 15,1 1-39-15,-7 1-80 16,0-1-82-16,0-1-258 16</inkml:trace>
  <inkml:trace contextRef="#ctx0" brushRef="#br0" timeOffset="-130412.54">9410 16349 454 0,'0'0'146'15,"0"0"-133"-15,0 0 83 16,0 0-16-16,0 0-50 16,0 0 2-16,0 0 10 15,4-13-10-15,0 4-5 0,4-5-10 16,4-2-7-16,1-5-10 15,-1-4-1-15,7-2-20 16,-3 1-17-16,1 4-36 16,-3 1-2-16,-3 6 13 15,-3 5-11-15,-4 1-9 16,-4 4 47-16,0 3 28 16,0 2 8-16,0 0 0 15,0 0 2-15,0 0 5 16,0 0-3-16,0 0 2 15,0 7 12-15,0-1 6 16,-6 2 6-16,0 6 18 0,-5 3-14 16,3 6 0-16,2 4-1 15,-4 4-9-15,3 3-1 16,-3 1-2-16,4 0-10 16,0-5 0-16,-3 0-7 15,3-6 1-15,0-3-5 16,0-2 0-16,0-7-1 15,1-1-42-15,5-10-98 16,0-1-137-16</inkml:trace>
  <inkml:trace contextRef="#ctx0" brushRef="#br0" timeOffset="-128912.69">9579 16364 343 0,'0'0'58'16,"0"0"-20"-16,0 0 32 16,0 0-44-16,0 0-12 15,0 0 22-15,0 0 10 16,0 0-6-16,6-6-1 16,5-3-7-16,-1-4-10 15,4-4-13-15,3-5-9 0,4-4-2 16,-3 0-11-16,5-2-11 15,-7 5-16-15,-1 1 3 16,1 3 19-16,-9 6-35 16,1 4 30-16,-8 5 19 15,0 1 4-15,0 3 2 16,0 0 11-16,0 0 13 16,0 0 9-16,0 0-31 15,0 0 2-15,-6 3 18 16,0 2 14-16,-1 4-1 15,1 3-6-15,0-1-5 16,-2 5-5-16,-3 7 7 0,3 2-3 16,-2 4 22-1,4 1-18-15,-5 2-2 0,3-2-2 16,2-4-13-16,2-4-6 16,2-2-3-16,-3-7-3 15,3 0-4-15,2-3-13 16,-4-4-24-16,4-2-46 15,0-3-36-15,-2-1-90 16,2 0-128-16</inkml:trace>
  <inkml:trace contextRef="#ctx0" brushRef="#br0" timeOffset="-127533.94">9815 16291 274 0,'0'0'218'0,"0"0"-178"15,0 0 77-15,0 0-21 0,0 0-39 16,0 0-20-16,0-37-10 15,0 30 4 1,6 0-12-16,0 3-8 0,0-2-2 16,0 1-7-16,1 3 1 15,-1-2-3-15,-2 2 0 16,4 1 0-16,-4 1-4 16,3 0-20-16,-3 0 7 15,-2 0-4-15,2 8 5 16,-4 2 2-16,0 5 11 15,0 4 3-15,-4-3 0 0,-7 2 0 16,3-2-2 0,-4-2 1-16,-1-2 0 0,3-4-4 15,2-2 5-15,4-4-2 16,2-1 1-16,2-1-1 16,0 0 2-16,0 0-18 15,0 0-5-15,0 0-11 16,2 0 25-16,4-3-1 15,4-3 0-15,-2 3 4 16,3-1 4-16,-3 1 1 16,4 3 1-16,-1 0-1 15,-5 0-2-15,0 0 1 16,5 0 1-16,-9 0-1 16,2 2 0-16,-2 6 2 15,-2 0 15-15,4 4 6 0,-4-2 2 16,0 2-7-16,0-3-6 15,0 3 3-15,0-1-3 16,-4-2-3-16,-2-1 5 16,-1 0 9-16,1-3-9 15,0 3 21-15,-2-1-4 16,-3-3-13-16,-1 0 6 16,6-3-7-16,-5 0-2 15,5-1-12-15,0 0-1 16,0 0-21-16,4 0-21 15,2 0-23-15,0 0-21 16,0 0-58-16,0 0-121 0</inkml:trace>
  <inkml:trace contextRef="#ctx0" brushRef="#br0" timeOffset="-127207.26">10007 16447 505 0,'0'0'47'15,"0"0"-20"-15,0 0 73 16,0 0-79-16,0 0-2 16,0 0 16-16,0 37-12 15,0-20 16-15,0-1-27 16,-6-3-11-16,2 0-1 16,-3-4-48-16,5-7-111 15,-2-2-159-15</inkml:trace>
  <inkml:trace contextRef="#ctx0" brushRef="#br0" timeOffset="-126474.94">10143 16268 214 0,'0'0'327'0,"0"0"-294"15,0 0 81-15,0 0-39 16,0 0-67-1,0 0-8-15,0-9 2 0,0 7-2 16,0-1 6-16,11 3 2 16,-5 0-6-16,4 0 1 15,-4 0-1-15,-4 0 1 16,5 0-2-16,-7 0 2 16,4 6 4-16,-4 5 3 15,0 3 14-15,0 3-11 16,0-1-5-16,-13 0-8 15,1 2 3-15,2 0 0 16,-3-5-1-16,3-2-2 0,2-5 0 16,1-4-2-1,7-2-3-15,0 0-2 0,0 0-4 16,0 0-6-16,0 0 4 16,0 0-12-16,0-5-4 15,3-2 4-15,7 0 12 16,-2 3-3-16,5 3 8 15,-3-2-5-15,2 1 3 16,1 1 0-16,-3 1 2 16,-4 0-12-16,0 0 13 15,1 1 5-15,-5 4 2 16,2 4 2-16,-2-2 25 0,-2 1-16 16,0 1 15-1,0-2 0-15,0 2 6 0,0 3 1 16,-2 0-2-16,-4-1-6 15,-7 0 1-15,3 0-2 16,-5-2 0-16,5-1-20 16,2-4 0-16,-7-1-4 15,7-3-20-15,-2 0-37 16,8 0-72-16,-5-5-45 16,7-3-41-16</inkml:trace>
  <inkml:trace contextRef="#ctx0" brushRef="#br0" timeOffset="-125726.11">10282 16270 392 0,'0'0'73'0,"0"0"-36"16,0 0 77-16,0 0-65 15,0 0-6-15,0 0-9 16,18-30-8-16,-7 29 3 16,-5-2-17-16,2 3-5 15,-2 0-4-15,5 0 3 16,-5 0 0-16,4 13 7 16,-3-1-2-16,-5 1-7 15,2 1 0-15,-4 0-2 16,0-3 6-16,0 3 7 15,0-4-12-15,-4 2 5 16,-9-3-7-16,1 2 5 16,1-3-1-16,-1-6 0 15,6 2-1-15,0-4 0 0,4 0 0 16,2 0-4-16,0 0-2 16,0 0 2-16,0 0-10 15,0 0-23-15,0 0 20 16,6 0 11-16,0 0-3 15,6 0-1-15,1 0 4 16,-1-1 2-16,-1 1-1 16,1 0 1-16,0 0-1 15,1 1 0-15,-1 7 1 16,-4 1 10-16,1-1-3 0,-9 1 4 16,6 0 7-1,-6-1 5-15,0 1 26 0,0 1-7 16,0-1-9-16,-6 2 6 15,-5-2 3-15,-1 4-2 16,-5-3-6-16,3 1 0 16,-5 0-16-16,1 0-12 15,1-3-5-15,1 0-1 16,3-5-28-16,1-3-61 16,-3 0-224-16</inkml:trace>
  <inkml:trace contextRef="#ctx0" brushRef="#br0" timeOffset="-116575.4">2704 17223 337 0,'0'0'57'0,"0"0"-28"0,0 0 36 15,0 0-31-15,0 0 20 16,0 0 13-16,0 0-7 15,0-12-18-15,0 9-1 16,0 0-3-16,2 1-11 16,-2-1 11-16,0 3-12 15,0-1-2-15,0-1-6 16,0 1-6-16,4-1-6 16,2-5 1-16,-4 2-3 15,4-3-4-15,5-4 5 16,-3 1-1-16,2 1-1 15,-1-1-3-15,5 1 0 16,-1-1 0-16,-5 4 0 0,8 1 0 16,-7-2 0-16,3-1-1 15,0 3 1-15,1-2-3 16,3 0 0 0,-5 2 1-16,1 3-7 0,-6 0-1 15,1 0-2-15,1 2 2 16,-4 1-5-16,2 0 3 15,-4 0-3-15,2 0 2 16,-2 0 3-16,3 0 10 16,-3 0 3-16,2 0-1 15,6 0-2-15,-8 1 2 16,4 2-2-16,1-1 2 0,-1 0-2 16,-2 1-1-1,2 2-2-15,-4 0 3 0,4 0 0 16,1 1 5-16,-3 0-2 15,-2 3 2-15,4-1-1 16,-2 0 0-16,2 0-4 16,-4-2 1-16,5-1 1 15,-3 2-2-15,-4 0 1 16,6-2 2-16,-2 3 1 16,-4-7 3-16,2 4-1 15,-2-1 8-15,0 1-3 16,4 1 1-16,-4-3 1 15,0 5 5-15,0-4-3 0,0 2 0 16,0-3-5 0,0-1-5-16,0 1-1 15,0 0-3-15,0 1 1 0,0-4-2 16,0 1-1-16,0 1-1 16,0 1-10-16,0-2-67 15,2-1-208-15,2 0-294 16</inkml:trace>
  <inkml:trace contextRef="#ctx0" brushRef="#br0" timeOffset="-115915.68">3130 17118 86 0,'0'0'351'0,"0"0"-293"16,0 0 44-16,0 0 0 15,0 0-49-15,0 0-9 16,-11-3-16-16,11 3-21 16,-2 0-5-16,2 6 4 15,-4 2-5-15,4 2 1 16,0 1-1-16,0-1-1 15,0 1 0-15,0 4-1 16,0-2 2-16,0 4-1 16,4-2 0-16,-2 1 0 15,4-2-3-15,1 1-1 16,-3 2-3-16,0-5 3 0,-2 0-11 16,2 0 5-1,-4-1 1-15,2-5-5 0,-2-1 10 16,0 1 4-16,0-4 0 15,0 0 6-15,0-1 10 16,-2 0 7-16,-12-1 12 16,1 0 11-16,1 0 4 15,-3 0 4-15,-1 0-6 16,3-2-5-16,1-2-16 16,0-2 2-16,1 4-18 15,9-1-5-15,-2 3-5 16,4 0-1-16,0 0-16 15,0 0-38-15,-2 0-93 16,-2 15-253-16</inkml:trace>
  <inkml:trace contextRef="#ctx0" brushRef="#br0" timeOffset="-114319.71">4713 17057 228 0,'0'0'246'0,"0"0"-204"15,0 0 67-15,0 0-40 16,0 0-54-16,0 0 1 16,0-3-5-16,0 3-3 15,0 0-4-15,0 0 11 16,0 0 3-16,0 3 3 15,0 5-9-15,6 0 1 16,-2 2 5-16,-4 0 7 0,7-1-12 16,-5 1 19-16,2 1-17 15,2-1-2-15,2 3 1 16,3-3-2-16,-3 0 8 16,2 1-13-16,3-1 9 15,-3-1-8-15,2-2 3 16,1 0-8-16,-5-1 6 15,4 1-8-15,-1-3 7 16,1-2-3-16,-4 1-3 16,3-3 3-16,1 0-3 15,-2 0 2-15,-3 0 1 16,1 0-1-16,2 0 2 16,-4 0 5-16,-3 0-2 0,7 0-5 15,-2-8 3-15,2-3 4 16,-1-5-2-16,5-4-6 15,-6-1 1-15,-1 4-1 16,-1 1-2-16,-2 2 3 16,-2 7 9-16,-2 1 1 15,4 2 3-15,-4-2-6 16,0 1-1-16,0 0-4 16,0 2 2-16,0-1-5 15,0-3-2-15,0 4 12 16,0 0-1-16,0-1-4 15,0 1-3-15,0 2 8 16,0-5-13-16,0-2 0 16,0 2-1-16,0-2-1 0,2 5-1 15,-2 0-1-15,0 3 0 16,0 0-6-16,0 0-6 16,0 0-18-16,0 3-29 15,0 8-13-15,0 2-121 16,-2-5-147-16</inkml:trace>
  <inkml:trace contextRef="#ctx0" brushRef="#br0" timeOffset="-113590.59">4938 16993 331 0,'0'0'189'15,"0"0"-64"-15,0 0-2 16,0 0-49-16,0 0-13 16,0 0-16-16,4-19-10 15,-1 16 0-15,7-2-9 16,-2-4-4-16,2 0-10 0,7-7-6 16,-5 2-5-1,3-4-1-15,-3-1-4 0,1 1-12 16,-7 3-10-16,0 1 0 15,-6 5 20-15,0 8 6 16,0-1 1-16,0 2 11 16,0 0-4-16,0 0 1 15,0 0-8-15,0 0 5 16,0 0-3-16,0 0-2 16,0 0 4-16,0 3 4 15,0 3-5-15,0 5 6 16,0 2 7-16,0 5-3 15,4-1 2-15,2 1-14 0,1 1 7 16,-1 2-6-16,4-6-2 16,-4-1 1-16,3-2 1 15,-3-2-3-15,4-2-7 16,-2 2-32-16,3-3-63 16,-9 0-169-16,2 0-187 15</inkml:trace>
  <inkml:trace contextRef="#ctx0" brushRef="#br0" timeOffset="-110672.92">6921 17314 204 0,'0'0'348'16,"0"0"-259"-16,0 0 27 16,0 0-8-16,0 0-70 15,0 0 12-15,0-10 4 16,0 10-9-16,0-4-1 16,0 2-7-16,4-3-15 0,2-2-9 15,-4-2-4-15,8 0-1 16,-3-3-7-16,5 0 0 15,-4 0 0-15,5 0-1 16,-1 0 1-16,-2 1 0 16,3 2-1-16,-3 3 0 15,-2-5 0-15,3 5-1 16,1-3 0-16,1 3-1 16,-1-5 2-16,2 1-6 15,7 1 1-15,-6-2 3 16,3 3 0-16,-5 1 2 15,-1 1-1-15,-6 4-1 0,5-1 2 16,-5 3-2-16,4-2 2 16,-2 2 0-1,-1-2 0-15,9 2-1 0,-3 0 1 16,-5 0 0-16,8 0 0 16,-3 0 0-16,-3 0 0 15,2 0 0-15,-3 0 0 16,1 2-3-16,-4 5 2 15,0-1 1-15,1 1 0 16,1-1 6-16,-2 1-5 16,0 0 6-16,1-2 1 15,-3 2-7-15,2-1 2 16,0 1-3-16,0-3 3 0,-2-2-3 16,3 3 0-1,-5 1 0-15,2-1 0 0,-2-2-2 16,2 3 2-16,-4-1 2 15,2-1 2-15,-2 2-2 16,0-4-2-16,0-1 2 16,0 0-1-16,0 0-1 15,0 1-1-15,0 1 1 16,0 0-1-16,0 0-5 16,0 2 5-16,0-2-6 15,0-3-10-15,0 3-27 16,0-3-43-16,0 0-62 15,0 0-88-15,4 0-116 16</inkml:trace>
  <inkml:trace contextRef="#ctx0" brushRef="#br0" timeOffset="-110093.33">7316 17256 448 0,'0'0'72'0,"0"0"-23"16,0 0 49-16,0 0-58 16,0 0 10-16,0 0-7 15,16 9 9-15,-8-2-1 16,3 1-9-16,-3 1-19 15,-2 0-2-15,7-2 0 0,-3 2-10 16,0-1-4-16,-2-4-1 16,5 1 1-16,-1-4-7 15,5-1 2-15,-3 0 1 16,3 0-3-16,-5-3 2 16,5-9 2-16,-3-1-4 15,-1-2-4-15,-3 2 1 16,-4 2 3-16,-4 4 2 15,-2 1 7-15,0 1 16 16,0 2 17-16,0 0-10 16,0 1-10-16,0 0-16 15,0-2-6-15,0 3-11 16,0-2-32-16,0-2-90 0,0 4-173 16,4-6-283-1</inkml:trace>
  <inkml:trace contextRef="#ctx0" brushRef="#br0" timeOffset="-108867.51">9418 17188 422 0,'0'0'132'0,"0"0"-4"15,0 0 6-15,0 0-54 16,0 0-31-16,0 0-5 16,0-6-23-16,0 6-3 15,0 0-11-15,0 0 3 16,2 2 23-16,8 8-14 16,-2-1-4-16,3 4 2 15,-3 2-7-15,4-2-3 16,5-2 4-16,2-1 2 15,-3-2-7-15,5 3 1 16,-3-9-3-16,5 1-2 0,-4-3-1 16,6 0 3-16,-7 0-4 15,1 0 4-15,-1 0-2 16,-1-5 0-16,-1-3-2 16,-1 0 0-16,1-4 3 15,-1 0-3-15,-3-1 0 16,3 2 0-16,-7 2 0 15,-4 0 0-15,2 4 2 16,-4 2-1-16,3-3 2 16,-5 2 7-16,0-3-1 15,0 1-2-15,0-3 0 0,0-2-4 16,0 3-2 0,0 0 1-16,0-1 0 0,0 1 1 15,0 1 4 1,0 0-3-16,0 1-1 0,0 6 2 15,0 0 6-15,0 0-10 16,0 0-1-16,0 0-5 16,0 0-14-16,-5 0-35 15,5 0-63-15,0 0-155 16,0 0-196-16</inkml:trace>
  <inkml:trace contextRef="#ctx0" brushRef="#br0" timeOffset="-108221.57">9691 17070 168 0,'0'0'314'0,"0"0"-278"16,0 0 103-16,0 0-49 15,0 0-50-15,0 0 13 16,43-37-10-16,-35 28-17 0,3-1 14 15,1-2-27 1,-4-1-11-16,-1 0-2 0,7 1-3 16,-8 1-9-16,0 2-6 15,-4 4 9-15,3 4 7 16,-5 1 2-16,0 0-1 16,0 0 1-16,0 0-2 15,0 0-13-15,0 0 15 16,2 2 9-16,4 7 25 15,0 2 0-15,0 4 11 16,5-2-4-16,1 2-2 16,0 1-20-16,5-4-8 15,2 4-10-15,-5-4-1 16,5 2-20-16,3-3-74 16,1 2-125-16,-2-3-228 0</inkml:trace>
  <inkml:trace contextRef="#ctx0" brushRef="#br0" timeOffset="-106630.63">11683 17160 435 0,'0'0'116'0,"0"0"-3"16,0 0 0-16,0 0-80 15,0 0-13-15,0 0-8 16,11 0 2-16,-9 0 20 16,4 2 4-16,4 7-6 15,-3-3-17-15,3 4 1 16,2 0-2-16,-3 3-1 16,7 0 7-16,-4-1-3 15,1 0-6-15,1-1 9 16,3-2-8-16,-1-4-1 15,-1 1-5-15,-3 0-3 16,5-4 2-16,-5-1-1 0,1-1-3 16,3 0 2-16,-3 0 2 15,-1-3-2-15,0-9 0 16,1 3 1-16,-1-2-2 16,1 3 0-16,-3-3 3 15,-2 2 1-15,3 4-5 16,-5-3 0-16,2 0-1 15,-2 2 0-15,0 1 2 16,5-5-2-16,-3-4 1 16,2-2 1-16,1 3-1 15,-5-3 0-15,0 5-1 16,-4 1 2-16,4 2 0 16,-6 2 0-16,4 1 0 0,-1 1 4 15,-3 1-2 1,0 3-1-16,0 0 0 0,0 0-3 15,0 0 0-15,0 0-10 16,0 0-12-16,4-1-10 16,-4-1-50-16,0-5-85 15,2 3-161-15</inkml:trace>
  <inkml:trace contextRef="#ctx0" brushRef="#br0" timeOffset="-106043.42">11973 17052 225 0,'0'0'284'0,"0"0"-221"16,0 0 107-16,0 0-68 16,0 0-6-16,0 0-23 15,43 0-30-15,-20 0-14 16,-2-7-2-16,8-5-18 16,-5-1-4-16,1-1-5 15,-2-3-1-15,0 4-10 16,-9 3 1-16,-2 1 0 15,-5 5-4-15,-3 0 10 16,-4 4 4-16,2 0 0 0,-2 0-1 16,0 0-2-16,4 0-3 15,-4 0-4-15,2 6 10 16,2 10 14-16,-4-1 7 16,6 6 4-16,-4 2-8 15,5 1-12-15,-1 0-4 16,0-4-1-16,0 3-20 15,-2-5-121-15,1-5-270 16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8E4D9BF-03CC-43EA-BFFC-950DA126A9DC}" type="datetimeFigureOut">
              <a:rPr lang="en-US" smtClean="0"/>
              <a:t>2/20/2026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5FD350E-EB47-4963-8EA5-B27F369D4F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845770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79A439-B3DF-4718-9331-062F35AD0CF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6366369-BECD-4038-BD01-DD5A11F3846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2D96959-37EA-4BB9-B844-60B6C627A5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2AB598-2CA3-4EBA-99F0-8D47D58B3612}" type="datetimeFigureOut">
              <a:rPr lang="en-US" smtClean="0"/>
              <a:t>2/20/2026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DC0551-6AF6-4DDC-86B1-C8AADF5F8C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D2CAB5-C309-4C83-A370-C312AA3745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AECAEE-1B39-4A80-828C-78FFD6D9A3E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374707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322C90-66FD-4E1E-866F-DA4F699ABD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6D7A9C-C73A-4FC6-8A51-7AE2FB2FDA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378FB16-38AA-4838-A810-498E76EB8A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2AB598-2CA3-4EBA-99F0-8D47D58B3612}" type="datetimeFigureOut">
              <a:rPr lang="en-US" smtClean="0"/>
              <a:t>2/20/2026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7632B0-0671-4BC9-96D3-15AD65A4DB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098161-065B-4AA6-B085-2CC1F569F3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AECAEE-1B39-4A80-828C-78FFD6D9A3E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094406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D5E8DE-690F-4D47-8109-72EE15601A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9721874-7632-407B-9472-E1F456B71E5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630788-35D1-446A-8534-06DC035CDD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2AB598-2CA3-4EBA-99F0-8D47D58B3612}" type="datetimeFigureOut">
              <a:rPr lang="en-US" smtClean="0"/>
              <a:t>2/20/2026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7A2B8DD-AC45-4F2D-89AF-F04526DAFE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265A87-05C9-42F9-8B01-280C826F23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AECAEE-1B39-4A80-828C-78FFD6D9A3E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901372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10F265-2568-40F8-9243-D8859A131B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E8F04B-A34B-4840-BEB3-1E4912B43D2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1A9AB0D-93E8-4137-8429-36644FD88DF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97B39A2-F131-46EB-8B3D-05614BA3C9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2AB598-2CA3-4EBA-99F0-8D47D58B3612}" type="datetimeFigureOut">
              <a:rPr lang="en-US" smtClean="0"/>
              <a:t>2/20/2026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223120-4B79-4FB9-806F-3D81745BED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E005DF8-DD97-4B02-93E6-E16418AB80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AECAEE-1B39-4A80-828C-78FFD6D9A3E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295485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BAB1C6-36D5-49CA-B4C3-9487E994E4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8FC8D75-1958-4FC6-B626-9770797E1CB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3645992-F79F-400A-8640-4B52CA2A5B3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0DB0912-EE8C-4780-AAEA-62889E8D1F3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724C60D-E66A-45EC-B2CD-8144226B40F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1FA2B55-D809-42E0-9CFF-7EF31FE011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2AB598-2CA3-4EBA-99F0-8D47D58B3612}" type="datetimeFigureOut">
              <a:rPr lang="en-US" smtClean="0"/>
              <a:t>2/20/2026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FB04E2F-A6CE-4070-937B-542C941286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4F28781-390A-475A-8ABD-0DCE360890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AECAEE-1B39-4A80-828C-78FFD6D9A3E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434309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122AFE-6AF1-405D-960D-C4BA58A7F3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3486E18-D86C-41E2-8D64-68D7CC594B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2AB598-2CA3-4EBA-99F0-8D47D58B3612}" type="datetimeFigureOut">
              <a:rPr lang="en-US" smtClean="0"/>
              <a:t>2/20/2026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E30D3D0-117F-40C2-8A4A-B7D6C60F92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E0AAB3C-4E0E-459F-B7D1-5E53B00F42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AECAEE-1B39-4A80-828C-78FFD6D9A3E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870029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20BEEC0-0B43-480E-B173-47EBD91352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2AB598-2CA3-4EBA-99F0-8D47D58B3612}" type="datetimeFigureOut">
              <a:rPr lang="en-US" smtClean="0"/>
              <a:t>2/20/2026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BBA56EC-3CE6-48C6-8C02-1A31E62387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48ACBDB-8F55-4303-AB50-75128153C9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AECAEE-1B39-4A80-828C-78FFD6D9A3E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065656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F4492E-F5FF-4F6F-94F3-7286FD2966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78840A-5CB6-4412-A3F5-48FF6E233E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5C9B59A-80C6-4A78-80B6-A34DB5FDEF4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2BFAD6D-20DB-4AA4-8FD3-E576CAF4DC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2AB598-2CA3-4EBA-99F0-8D47D58B3612}" type="datetimeFigureOut">
              <a:rPr lang="en-US" smtClean="0"/>
              <a:t>2/20/2026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5C891C8-CCE6-4A5B-A6FC-E68B4E3763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BC2602F-2185-4AEC-8074-187FFF84DD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AECAEE-1B39-4A80-828C-78FFD6D9A3E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462039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9970C3-EE34-4BB1-B184-A33906F1A5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09683E0-AE28-4899-973E-982911E4924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B3BA174-F6B4-44C9-A0FA-E3B3D452D5C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E987C44-EA68-482D-8186-E145C4F2F4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2AB598-2CA3-4EBA-99F0-8D47D58B3612}" type="datetimeFigureOut">
              <a:rPr lang="en-US" smtClean="0"/>
              <a:t>2/20/2026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990627-16C3-48B5-A600-DC5953F497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308F65C-8912-44A7-AE56-2CE3EBF267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AECAEE-1B39-4A80-828C-78FFD6D9A3E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749691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4F60BC-84AC-4B1C-B273-DEFCFC16EF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3940721-81FF-47EA-B736-A7978976944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759947-5034-4655-941F-F071572DFF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2AB598-2CA3-4EBA-99F0-8D47D58B3612}" type="datetimeFigureOut">
              <a:rPr lang="en-US" smtClean="0"/>
              <a:t>2/20/2026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F5E335-0A97-4DCD-A676-B71A994850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CEE193-52E3-4E9D-9B41-B547C45010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AECAEE-1B39-4A80-828C-78FFD6D9A3E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890924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821AE2A-CC25-4C9A-8F82-D82BD5FD441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63DA28D-09B1-422D-9EDE-4C3CF7BB0C5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A162CF-E4E2-47E0-A38A-7BB0F69345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2AB598-2CA3-4EBA-99F0-8D47D58B3612}" type="datetimeFigureOut">
              <a:rPr lang="en-US" smtClean="0"/>
              <a:t>2/20/2026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DCFAEB0-D99F-4639-8DE9-D3F46D9EAC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A3BA83-BE32-49B5-B736-666469E1F7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AECAEE-1B39-4A80-828C-78FFD6D9A3E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453879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7C514A9-5103-41CF-B307-23C2E8F483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D130A59-0DC2-4D41-A3E4-3B59153BA9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1AF68D5-46B9-40A2-B814-3C11F495A01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B2AB598-2CA3-4EBA-99F0-8D47D58B3612}" type="datetimeFigureOut">
              <a:rPr lang="en-US" smtClean="0"/>
              <a:t>2/20/2026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0E645D5-72BF-47AB-86C9-0927E2BBFF7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ED6833-56CB-402F-89E3-06310B5EE25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3AECAEE-1B39-4A80-828C-78FFD6D9A3E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362401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7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customXml" Target="../ink/ink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1.png"/><Relationship Id="rId7" Type="http://schemas.openxmlformats.org/officeDocument/2006/relationships/customXml" Target="../ink/ink2.xml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2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7" Type="http://schemas.openxmlformats.org/officeDocument/2006/relationships/image" Target="../media/image1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customXml" Target="../ink/ink3.xml"/><Relationship Id="rId5" Type="http://schemas.openxmlformats.org/officeDocument/2006/relationships/image" Target="../media/image8.png"/><Relationship Id="rId4" Type="http://schemas.openxmlformats.org/officeDocument/2006/relationships/image" Target="../media/image1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6ECB3234-D524-472B-A1FF-2AB6F31489F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10952" y="708228"/>
            <a:ext cx="11360815" cy="5463972"/>
          </a:xfrm>
        </p:spPr>
        <p:txBody>
          <a:bodyPr>
            <a:normAutofit/>
          </a:bodyPr>
          <a:lstStyle/>
          <a:p>
            <a:pPr>
              <a:spcBef>
                <a:spcPts val="0"/>
              </a:spcBef>
            </a:pPr>
            <a:endParaRPr lang="ro-RO" sz="5200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0"/>
              </a:spcBef>
            </a:pPr>
            <a:r>
              <a:rPr lang="ro-RO" sz="52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Lucrarea </a:t>
            </a:r>
            <a:r>
              <a:rPr lang="en-US" sz="52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13</a:t>
            </a:r>
            <a:endParaRPr lang="en-US" sz="3600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60000"/>
              </a:lnSpc>
              <a:spcBef>
                <a:spcPts val="0"/>
              </a:spcBef>
            </a:pPr>
            <a:r>
              <a:rPr lang="en-US" sz="44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Metoda</a:t>
            </a:r>
            <a:r>
              <a:rPr lang="en-US" sz="4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o-RO" sz="4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generală a </a:t>
            </a:r>
            <a:r>
              <a:rPr lang="en-US" sz="44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deplas</a:t>
            </a:r>
            <a:r>
              <a:rPr lang="ro-RO" sz="4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ă</a:t>
            </a:r>
            <a:r>
              <a:rPr lang="en-US" sz="44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rilor</a:t>
            </a:r>
            <a:endParaRPr lang="en-US" sz="4400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60000"/>
              </a:lnSpc>
              <a:spcBef>
                <a:spcPts val="0"/>
              </a:spcBef>
            </a:pPr>
            <a:r>
              <a:rPr lang="en-US" sz="4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</a:t>
            </a:r>
            <a:r>
              <a:rPr lang="en-US" sz="44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Efectul</a:t>
            </a:r>
            <a:r>
              <a:rPr lang="en-US" sz="4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o-RO" sz="4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cedărilor de reazem</a:t>
            </a:r>
            <a:r>
              <a:rPr lang="en-US" sz="4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ro-RO" sz="4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-</a:t>
            </a:r>
            <a:endParaRPr lang="ro-RO" sz="3600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76E61145-DB0C-4E65-9671-6D1184A85341}"/>
              </a:ext>
            </a:extLst>
          </p:cNvPr>
          <p:cNvCxnSpPr/>
          <p:nvPr/>
        </p:nvCxnSpPr>
        <p:spPr>
          <a:xfrm>
            <a:off x="0" y="708227"/>
            <a:ext cx="12192000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3" descr="C:\Users\CM\Dropbox\!SBB\curs_cluj_2019.png">
            <a:extLst>
              <a:ext uri="{FF2B5EF4-FFF2-40B4-BE49-F238E27FC236}">
                <a16:creationId xmlns:a16="http://schemas.microsoft.com/office/drawing/2014/main" id="{5BA31E92-603F-4026-8AF0-1FC52B3951F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40192" y="29332"/>
            <a:ext cx="1631576" cy="6248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BB8E490B-3CFB-4A48-9086-44B4EF7615A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0952" y="2314"/>
            <a:ext cx="896430" cy="678896"/>
          </a:xfrm>
          <a:prstGeom prst="rect">
            <a:avLst/>
          </a:prstGeom>
        </p:spPr>
      </p:pic>
      <p:sp>
        <p:nvSpPr>
          <p:cNvPr id="9" name="Subtitle 2">
            <a:extLst>
              <a:ext uri="{FF2B5EF4-FFF2-40B4-BE49-F238E27FC236}">
                <a16:creationId xmlns:a16="http://schemas.microsoft.com/office/drawing/2014/main" id="{7574F725-D81A-4E7C-8D77-207F8C687961}"/>
              </a:ext>
            </a:extLst>
          </p:cNvPr>
          <p:cNvSpPr txBox="1">
            <a:spLocks/>
          </p:cNvSpPr>
          <p:nvPr/>
        </p:nvSpPr>
        <p:spPr>
          <a:xfrm>
            <a:off x="2903290" y="108451"/>
            <a:ext cx="6385421" cy="466622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Statica </a:t>
            </a:r>
            <a:r>
              <a:rPr lang="ro-RO" sz="2800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și stabilitatea construcțiilor </a:t>
            </a:r>
            <a:r>
              <a:rPr lang="en-US" sz="2800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ro-RO" sz="2800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2C04913A-7040-4D8F-A8F5-50C0E2EC780B}"/>
              </a:ext>
            </a:extLst>
          </p:cNvPr>
          <p:cNvCxnSpPr/>
          <p:nvPr/>
        </p:nvCxnSpPr>
        <p:spPr>
          <a:xfrm>
            <a:off x="0" y="6516303"/>
            <a:ext cx="12192000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Subtitle 2">
            <a:extLst>
              <a:ext uri="{FF2B5EF4-FFF2-40B4-BE49-F238E27FC236}">
                <a16:creationId xmlns:a16="http://schemas.microsoft.com/office/drawing/2014/main" id="{D24C39FE-0B44-409D-96E6-858DBB3A26D6}"/>
              </a:ext>
            </a:extLst>
          </p:cNvPr>
          <p:cNvSpPr txBox="1">
            <a:spLocks/>
          </p:cNvSpPr>
          <p:nvPr/>
        </p:nvSpPr>
        <p:spPr>
          <a:xfrm>
            <a:off x="4393036" y="6516303"/>
            <a:ext cx="3405929" cy="33001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600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sz="16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o-RO" sz="16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ianuarie</a:t>
            </a:r>
            <a:r>
              <a:rPr lang="en-US" sz="1600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2021</a:t>
            </a:r>
            <a:endParaRPr lang="ro-RO" sz="1600" dirty="0">
              <a:solidFill>
                <a:schemeClr val="accent1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7082950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76E61145-DB0C-4E65-9671-6D1184A85341}"/>
              </a:ext>
            </a:extLst>
          </p:cNvPr>
          <p:cNvCxnSpPr/>
          <p:nvPr/>
        </p:nvCxnSpPr>
        <p:spPr>
          <a:xfrm>
            <a:off x="0" y="708227"/>
            <a:ext cx="12192000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3" descr="C:\Users\CM\Dropbox\!SBB\curs_cluj_2019.png">
            <a:extLst>
              <a:ext uri="{FF2B5EF4-FFF2-40B4-BE49-F238E27FC236}">
                <a16:creationId xmlns:a16="http://schemas.microsoft.com/office/drawing/2014/main" id="{5BA31E92-603F-4026-8AF0-1FC52B3951F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40192" y="29332"/>
            <a:ext cx="1631576" cy="6248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BB8E490B-3CFB-4A48-9086-44B4EF7615A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0952" y="2314"/>
            <a:ext cx="896430" cy="678896"/>
          </a:xfrm>
          <a:prstGeom prst="rect">
            <a:avLst/>
          </a:prstGeom>
        </p:spPr>
      </p:pic>
      <p:sp>
        <p:nvSpPr>
          <p:cNvPr id="9" name="Subtitle 2">
            <a:extLst>
              <a:ext uri="{FF2B5EF4-FFF2-40B4-BE49-F238E27FC236}">
                <a16:creationId xmlns:a16="http://schemas.microsoft.com/office/drawing/2014/main" id="{7574F725-D81A-4E7C-8D77-207F8C687961}"/>
              </a:ext>
            </a:extLst>
          </p:cNvPr>
          <p:cNvSpPr txBox="1">
            <a:spLocks/>
          </p:cNvSpPr>
          <p:nvPr/>
        </p:nvSpPr>
        <p:spPr>
          <a:xfrm>
            <a:off x="2903290" y="108451"/>
            <a:ext cx="6385421" cy="466622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o-RO" sz="2800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Aplicație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2C04913A-7040-4D8F-A8F5-50C0E2EC780B}"/>
              </a:ext>
            </a:extLst>
          </p:cNvPr>
          <p:cNvCxnSpPr/>
          <p:nvPr/>
        </p:nvCxnSpPr>
        <p:spPr>
          <a:xfrm>
            <a:off x="0" y="6516303"/>
            <a:ext cx="12192000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Subtitle 2">
            <a:extLst>
              <a:ext uri="{FF2B5EF4-FFF2-40B4-BE49-F238E27FC236}">
                <a16:creationId xmlns:a16="http://schemas.microsoft.com/office/drawing/2014/main" id="{D24C39FE-0B44-409D-96E6-858DBB3A26D6}"/>
              </a:ext>
            </a:extLst>
          </p:cNvPr>
          <p:cNvSpPr txBox="1">
            <a:spLocks/>
          </p:cNvSpPr>
          <p:nvPr/>
        </p:nvSpPr>
        <p:spPr>
          <a:xfrm>
            <a:off x="4393036" y="6516303"/>
            <a:ext cx="3405929" cy="33001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600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sz="16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o-RO" sz="16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ianuarie</a:t>
            </a:r>
            <a:r>
              <a:rPr lang="en-US" sz="1600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2021</a:t>
            </a:r>
            <a:endParaRPr lang="ro-RO" sz="1600" dirty="0">
              <a:solidFill>
                <a:schemeClr val="accent1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Subtitle 2">
            <a:extLst>
              <a:ext uri="{FF2B5EF4-FFF2-40B4-BE49-F238E27FC236}">
                <a16:creationId xmlns:a16="http://schemas.microsoft.com/office/drawing/2014/main" id="{117FF2E8-F0C9-4E0E-9F70-993ED7B10DC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53933" y="856332"/>
            <a:ext cx="11183302" cy="1365840"/>
          </a:xfrm>
        </p:spPr>
        <p:txBody>
          <a:bodyPr>
            <a:normAutofit/>
          </a:bodyPr>
          <a:lstStyle/>
          <a:p>
            <a:pPr algn="l">
              <a:spcBef>
                <a:spcPts val="0"/>
              </a:spcBef>
            </a:pPr>
            <a:r>
              <a:rPr lang="ro-RO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Aplicația 2:</a:t>
            </a:r>
            <a:r>
              <a:rPr lang="ro-RO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Pentru structura din figura de mai jos, se cere să se determine diagramele de eforturi M, T, N</a:t>
            </a:r>
            <a:endParaRPr lang="ro-RO" sz="2200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428750" lvl="2" indent="-514350" algn="l">
              <a:spcBef>
                <a:spcPts val="0"/>
              </a:spcBef>
              <a:buFont typeface="+mj-lt"/>
              <a:buAutoNum type="alphaLcParenR"/>
            </a:pPr>
            <a:endParaRPr lang="ro-RO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l">
              <a:spcBef>
                <a:spcPts val="0"/>
              </a:spcBef>
              <a:buFont typeface="+mj-lt"/>
              <a:buAutoNum type="romanUcPeriod"/>
            </a:pPr>
            <a:endParaRPr lang="ro-RO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l">
              <a:spcBef>
                <a:spcPts val="0"/>
              </a:spcBef>
              <a:buFont typeface="+mj-lt"/>
              <a:buAutoNum type="romanUcPeriod"/>
            </a:pPr>
            <a:endParaRPr lang="ro-RO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777DE78-508B-4A7B-947A-4A6B4F73849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48469" y="1563272"/>
            <a:ext cx="6702771" cy="4043951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623936FF-A60C-4A48-9352-44432B9ED76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59996" y="4076197"/>
            <a:ext cx="3734621" cy="2299355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44976BAD-6889-4757-AD54-FD3FA2D48D64}"/>
                  </a:ext>
                </a:extLst>
              </p14:cNvPr>
              <p14:cNvContentPartPr/>
              <p14:nvPr/>
            </p14:nvContentPartPr>
            <p14:xfrm>
              <a:off x="7269840" y="1858680"/>
              <a:ext cx="2702880" cy="147528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44976BAD-6889-4757-AD54-FD3FA2D48D64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7260480" y="1849320"/>
                <a:ext cx="2721600" cy="1494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5576071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83EB502-3AD7-46B4-B21D-625C370565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95360" y="734040"/>
            <a:ext cx="4512055" cy="2966520"/>
          </a:xfrm>
          <a:prstGeom prst="rect">
            <a:avLst/>
          </a:prstGeom>
        </p:spPr>
      </p:pic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76E61145-DB0C-4E65-9671-6D1184A85341}"/>
              </a:ext>
            </a:extLst>
          </p:cNvPr>
          <p:cNvCxnSpPr/>
          <p:nvPr/>
        </p:nvCxnSpPr>
        <p:spPr>
          <a:xfrm>
            <a:off x="0" y="708227"/>
            <a:ext cx="12192000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3" descr="C:\Users\CM\Dropbox\!SBB\curs_cluj_2019.png">
            <a:extLst>
              <a:ext uri="{FF2B5EF4-FFF2-40B4-BE49-F238E27FC236}">
                <a16:creationId xmlns:a16="http://schemas.microsoft.com/office/drawing/2014/main" id="{5BA31E92-603F-4026-8AF0-1FC52B3951F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40192" y="29332"/>
            <a:ext cx="1631576" cy="6248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BB8E490B-3CFB-4A48-9086-44B4EF7615A7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0952" y="2314"/>
            <a:ext cx="896430" cy="678896"/>
          </a:xfrm>
          <a:prstGeom prst="rect">
            <a:avLst/>
          </a:prstGeom>
        </p:spPr>
      </p:pic>
      <p:sp>
        <p:nvSpPr>
          <p:cNvPr id="9" name="Subtitle 2">
            <a:extLst>
              <a:ext uri="{FF2B5EF4-FFF2-40B4-BE49-F238E27FC236}">
                <a16:creationId xmlns:a16="http://schemas.microsoft.com/office/drawing/2014/main" id="{7574F725-D81A-4E7C-8D77-207F8C687961}"/>
              </a:ext>
            </a:extLst>
          </p:cNvPr>
          <p:cNvSpPr txBox="1">
            <a:spLocks/>
          </p:cNvSpPr>
          <p:nvPr/>
        </p:nvSpPr>
        <p:spPr>
          <a:xfrm>
            <a:off x="2903290" y="108451"/>
            <a:ext cx="6385421" cy="466622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o-RO" sz="2800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Aplicație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2C04913A-7040-4D8F-A8F5-50C0E2EC780B}"/>
              </a:ext>
            </a:extLst>
          </p:cNvPr>
          <p:cNvCxnSpPr/>
          <p:nvPr/>
        </p:nvCxnSpPr>
        <p:spPr>
          <a:xfrm>
            <a:off x="0" y="6516303"/>
            <a:ext cx="12192000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Subtitle 2">
            <a:extLst>
              <a:ext uri="{FF2B5EF4-FFF2-40B4-BE49-F238E27FC236}">
                <a16:creationId xmlns:a16="http://schemas.microsoft.com/office/drawing/2014/main" id="{D24C39FE-0B44-409D-96E6-858DBB3A26D6}"/>
              </a:ext>
            </a:extLst>
          </p:cNvPr>
          <p:cNvSpPr txBox="1">
            <a:spLocks/>
          </p:cNvSpPr>
          <p:nvPr/>
        </p:nvSpPr>
        <p:spPr>
          <a:xfrm>
            <a:off x="4393036" y="6516303"/>
            <a:ext cx="3405929" cy="33001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600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sz="16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o-RO" sz="16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o-RO" sz="1600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ianuarie 2021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C66E8EED-53DA-487C-A1BC-67C116976BE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24929" y="3515648"/>
            <a:ext cx="4279436" cy="2673326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3BDB5CEE-9CF1-4AED-8BB7-FFAAF255EC3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92507" y="3640056"/>
            <a:ext cx="4408418" cy="2548704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657D25EE-47AC-47A3-AEF8-686A6CB7BCF7}"/>
                  </a:ext>
                </a:extLst>
              </p14:cNvPr>
              <p14:cNvContentPartPr/>
              <p14:nvPr/>
            </p14:nvContentPartPr>
            <p14:xfrm>
              <a:off x="260280" y="685080"/>
              <a:ext cx="7039440" cy="261720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657D25EE-47AC-47A3-AEF8-686A6CB7BCF7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250920" y="675720"/>
                <a:ext cx="7058160" cy="26359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6444125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76E61145-DB0C-4E65-9671-6D1184A85341}"/>
              </a:ext>
            </a:extLst>
          </p:cNvPr>
          <p:cNvCxnSpPr/>
          <p:nvPr/>
        </p:nvCxnSpPr>
        <p:spPr>
          <a:xfrm>
            <a:off x="0" y="708227"/>
            <a:ext cx="12192000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3" descr="C:\Users\CM\Dropbox\!SBB\curs_cluj_2019.png">
            <a:extLst>
              <a:ext uri="{FF2B5EF4-FFF2-40B4-BE49-F238E27FC236}">
                <a16:creationId xmlns:a16="http://schemas.microsoft.com/office/drawing/2014/main" id="{5BA31E92-603F-4026-8AF0-1FC52B3951F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40192" y="29332"/>
            <a:ext cx="1631576" cy="6248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BB8E490B-3CFB-4A48-9086-44B4EF7615A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0952" y="2314"/>
            <a:ext cx="896430" cy="678896"/>
          </a:xfrm>
          <a:prstGeom prst="rect">
            <a:avLst/>
          </a:prstGeom>
        </p:spPr>
      </p:pic>
      <p:sp>
        <p:nvSpPr>
          <p:cNvPr id="9" name="Subtitle 2">
            <a:extLst>
              <a:ext uri="{FF2B5EF4-FFF2-40B4-BE49-F238E27FC236}">
                <a16:creationId xmlns:a16="http://schemas.microsoft.com/office/drawing/2014/main" id="{7574F725-D81A-4E7C-8D77-207F8C687961}"/>
              </a:ext>
            </a:extLst>
          </p:cNvPr>
          <p:cNvSpPr txBox="1">
            <a:spLocks/>
          </p:cNvSpPr>
          <p:nvPr/>
        </p:nvSpPr>
        <p:spPr>
          <a:xfrm>
            <a:off x="2903290" y="108451"/>
            <a:ext cx="6385421" cy="466622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o-RO" sz="2800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Aplicație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2C04913A-7040-4D8F-A8F5-50C0E2EC780B}"/>
              </a:ext>
            </a:extLst>
          </p:cNvPr>
          <p:cNvCxnSpPr/>
          <p:nvPr/>
        </p:nvCxnSpPr>
        <p:spPr>
          <a:xfrm>
            <a:off x="0" y="6516303"/>
            <a:ext cx="12192000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Subtitle 2">
            <a:extLst>
              <a:ext uri="{FF2B5EF4-FFF2-40B4-BE49-F238E27FC236}">
                <a16:creationId xmlns:a16="http://schemas.microsoft.com/office/drawing/2014/main" id="{D24C39FE-0B44-409D-96E6-858DBB3A26D6}"/>
              </a:ext>
            </a:extLst>
          </p:cNvPr>
          <p:cNvSpPr txBox="1">
            <a:spLocks/>
          </p:cNvSpPr>
          <p:nvPr/>
        </p:nvSpPr>
        <p:spPr>
          <a:xfrm>
            <a:off x="4393036" y="6516303"/>
            <a:ext cx="3405929" cy="33001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600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sz="16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o-RO" sz="16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o-RO" sz="1600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ianuarie 2021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D2B4CEB-3F8D-4F37-8DC5-69DB315CA1C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6509" y="841383"/>
            <a:ext cx="6114767" cy="2625362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70C57977-1E49-45DB-BB25-BFCE2103EB1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3425" y="3562551"/>
            <a:ext cx="4933948" cy="2742999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9ED4D53E-9442-4681-8868-DFB46126030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10362" y="3466745"/>
            <a:ext cx="4943473" cy="30289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26266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76E61145-DB0C-4E65-9671-6D1184A85341}"/>
              </a:ext>
            </a:extLst>
          </p:cNvPr>
          <p:cNvCxnSpPr/>
          <p:nvPr/>
        </p:nvCxnSpPr>
        <p:spPr>
          <a:xfrm>
            <a:off x="0" y="708227"/>
            <a:ext cx="12192000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3" descr="C:\Users\CM\Dropbox\!SBB\curs_cluj_2019.png">
            <a:extLst>
              <a:ext uri="{FF2B5EF4-FFF2-40B4-BE49-F238E27FC236}">
                <a16:creationId xmlns:a16="http://schemas.microsoft.com/office/drawing/2014/main" id="{5BA31E92-603F-4026-8AF0-1FC52B3951F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40192" y="29332"/>
            <a:ext cx="1631576" cy="6248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BB8E490B-3CFB-4A48-9086-44B4EF7615A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0952" y="2314"/>
            <a:ext cx="896430" cy="678896"/>
          </a:xfrm>
          <a:prstGeom prst="rect">
            <a:avLst/>
          </a:prstGeom>
        </p:spPr>
      </p:pic>
      <p:sp>
        <p:nvSpPr>
          <p:cNvPr id="9" name="Subtitle 2">
            <a:extLst>
              <a:ext uri="{FF2B5EF4-FFF2-40B4-BE49-F238E27FC236}">
                <a16:creationId xmlns:a16="http://schemas.microsoft.com/office/drawing/2014/main" id="{7574F725-D81A-4E7C-8D77-207F8C687961}"/>
              </a:ext>
            </a:extLst>
          </p:cNvPr>
          <p:cNvSpPr txBox="1">
            <a:spLocks/>
          </p:cNvSpPr>
          <p:nvPr/>
        </p:nvSpPr>
        <p:spPr>
          <a:xfrm>
            <a:off x="2903290" y="108451"/>
            <a:ext cx="6385421" cy="466622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o-RO" sz="2800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Aplicație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2C04913A-7040-4D8F-A8F5-50C0E2EC780B}"/>
              </a:ext>
            </a:extLst>
          </p:cNvPr>
          <p:cNvCxnSpPr/>
          <p:nvPr/>
        </p:nvCxnSpPr>
        <p:spPr>
          <a:xfrm>
            <a:off x="0" y="6516303"/>
            <a:ext cx="12192000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Subtitle 2">
            <a:extLst>
              <a:ext uri="{FF2B5EF4-FFF2-40B4-BE49-F238E27FC236}">
                <a16:creationId xmlns:a16="http://schemas.microsoft.com/office/drawing/2014/main" id="{D24C39FE-0B44-409D-96E6-858DBB3A26D6}"/>
              </a:ext>
            </a:extLst>
          </p:cNvPr>
          <p:cNvSpPr txBox="1">
            <a:spLocks/>
          </p:cNvSpPr>
          <p:nvPr/>
        </p:nvSpPr>
        <p:spPr>
          <a:xfrm>
            <a:off x="4393036" y="6516303"/>
            <a:ext cx="3405929" cy="33001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600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sz="16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o-RO" sz="16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o-RO" sz="1600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ianuarie 2021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E19FC12-AE02-4AA2-AA9F-4DAB1B9A9D3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02219" y="3808169"/>
            <a:ext cx="4529341" cy="2654098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F742A0A5-B396-46C5-B63B-680472880BC4}"/>
              </a:ext>
            </a:extLst>
          </p:cNvPr>
          <p:cNvSpPr txBox="1"/>
          <p:nvPr/>
        </p:nvSpPr>
        <p:spPr>
          <a:xfrm>
            <a:off x="264865" y="814364"/>
            <a:ext cx="50482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Tabel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CROSS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49189CA7-9266-4ABE-81FE-EADF76F4CB3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98965" y="984207"/>
            <a:ext cx="3999341" cy="2312199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8E13E8A3-7F7B-4226-9BC4-A599EE694935}"/>
                  </a:ext>
                </a:extLst>
              </p14:cNvPr>
              <p14:cNvContentPartPr/>
              <p14:nvPr/>
            </p14:nvContentPartPr>
            <p14:xfrm>
              <a:off x="61200" y="1117080"/>
              <a:ext cx="11070360" cy="513396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8E13E8A3-7F7B-4226-9BC4-A599EE694935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51840" y="1107720"/>
                <a:ext cx="11089080" cy="51526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90426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76E61145-DB0C-4E65-9671-6D1184A85341}"/>
              </a:ext>
            </a:extLst>
          </p:cNvPr>
          <p:cNvCxnSpPr/>
          <p:nvPr/>
        </p:nvCxnSpPr>
        <p:spPr>
          <a:xfrm>
            <a:off x="0" y="708227"/>
            <a:ext cx="12192000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3" descr="C:\Users\CM\Dropbox\!SBB\curs_cluj_2019.png">
            <a:extLst>
              <a:ext uri="{FF2B5EF4-FFF2-40B4-BE49-F238E27FC236}">
                <a16:creationId xmlns:a16="http://schemas.microsoft.com/office/drawing/2014/main" id="{5BA31E92-603F-4026-8AF0-1FC52B3951F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40192" y="29332"/>
            <a:ext cx="1631576" cy="6248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BB8E490B-3CFB-4A48-9086-44B4EF7615A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0952" y="2314"/>
            <a:ext cx="896430" cy="678896"/>
          </a:xfrm>
          <a:prstGeom prst="rect">
            <a:avLst/>
          </a:prstGeom>
        </p:spPr>
      </p:pic>
      <p:sp>
        <p:nvSpPr>
          <p:cNvPr id="9" name="Subtitle 2">
            <a:extLst>
              <a:ext uri="{FF2B5EF4-FFF2-40B4-BE49-F238E27FC236}">
                <a16:creationId xmlns:a16="http://schemas.microsoft.com/office/drawing/2014/main" id="{7574F725-D81A-4E7C-8D77-207F8C687961}"/>
              </a:ext>
            </a:extLst>
          </p:cNvPr>
          <p:cNvSpPr txBox="1">
            <a:spLocks/>
          </p:cNvSpPr>
          <p:nvPr/>
        </p:nvSpPr>
        <p:spPr>
          <a:xfrm>
            <a:off x="2903290" y="108451"/>
            <a:ext cx="6385421" cy="466622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o-RO" sz="2800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Aplicație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2C04913A-7040-4D8F-A8F5-50C0E2EC780B}"/>
              </a:ext>
            </a:extLst>
          </p:cNvPr>
          <p:cNvCxnSpPr/>
          <p:nvPr/>
        </p:nvCxnSpPr>
        <p:spPr>
          <a:xfrm>
            <a:off x="0" y="6516303"/>
            <a:ext cx="12192000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Subtitle 2">
            <a:extLst>
              <a:ext uri="{FF2B5EF4-FFF2-40B4-BE49-F238E27FC236}">
                <a16:creationId xmlns:a16="http://schemas.microsoft.com/office/drawing/2014/main" id="{D24C39FE-0B44-409D-96E6-858DBB3A26D6}"/>
              </a:ext>
            </a:extLst>
          </p:cNvPr>
          <p:cNvSpPr txBox="1">
            <a:spLocks/>
          </p:cNvSpPr>
          <p:nvPr/>
        </p:nvSpPr>
        <p:spPr>
          <a:xfrm>
            <a:off x="4393036" y="6516303"/>
            <a:ext cx="3405929" cy="33001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600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sz="16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o-RO" sz="16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o-RO" sz="1600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ianuarie 2021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A2DF4D2-C4C3-405E-85A8-A740FE77832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57400" y="1257300"/>
            <a:ext cx="8077200" cy="4343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825403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76E61145-DB0C-4E65-9671-6D1184A85341}"/>
              </a:ext>
            </a:extLst>
          </p:cNvPr>
          <p:cNvCxnSpPr/>
          <p:nvPr/>
        </p:nvCxnSpPr>
        <p:spPr>
          <a:xfrm>
            <a:off x="0" y="708227"/>
            <a:ext cx="12192000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3" descr="C:\Users\CM\Dropbox\!SBB\curs_cluj_2019.png">
            <a:extLst>
              <a:ext uri="{FF2B5EF4-FFF2-40B4-BE49-F238E27FC236}">
                <a16:creationId xmlns:a16="http://schemas.microsoft.com/office/drawing/2014/main" id="{5BA31E92-603F-4026-8AF0-1FC52B3951F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40192" y="29332"/>
            <a:ext cx="1631576" cy="6248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BB8E490B-3CFB-4A48-9086-44B4EF7615A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0952" y="2314"/>
            <a:ext cx="896430" cy="678896"/>
          </a:xfrm>
          <a:prstGeom prst="rect">
            <a:avLst/>
          </a:prstGeom>
        </p:spPr>
      </p:pic>
      <p:sp>
        <p:nvSpPr>
          <p:cNvPr id="9" name="Subtitle 2">
            <a:extLst>
              <a:ext uri="{FF2B5EF4-FFF2-40B4-BE49-F238E27FC236}">
                <a16:creationId xmlns:a16="http://schemas.microsoft.com/office/drawing/2014/main" id="{7574F725-D81A-4E7C-8D77-207F8C687961}"/>
              </a:ext>
            </a:extLst>
          </p:cNvPr>
          <p:cNvSpPr txBox="1">
            <a:spLocks/>
          </p:cNvSpPr>
          <p:nvPr/>
        </p:nvSpPr>
        <p:spPr>
          <a:xfrm>
            <a:off x="2903290" y="108451"/>
            <a:ext cx="6385421" cy="466622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o-RO" sz="2800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Aplicație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2C04913A-7040-4D8F-A8F5-50C0E2EC780B}"/>
              </a:ext>
            </a:extLst>
          </p:cNvPr>
          <p:cNvCxnSpPr/>
          <p:nvPr/>
        </p:nvCxnSpPr>
        <p:spPr>
          <a:xfrm>
            <a:off x="0" y="6516303"/>
            <a:ext cx="12192000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Subtitle 2">
            <a:extLst>
              <a:ext uri="{FF2B5EF4-FFF2-40B4-BE49-F238E27FC236}">
                <a16:creationId xmlns:a16="http://schemas.microsoft.com/office/drawing/2014/main" id="{D24C39FE-0B44-409D-96E6-858DBB3A26D6}"/>
              </a:ext>
            </a:extLst>
          </p:cNvPr>
          <p:cNvSpPr txBox="1">
            <a:spLocks/>
          </p:cNvSpPr>
          <p:nvPr/>
        </p:nvSpPr>
        <p:spPr>
          <a:xfrm>
            <a:off x="4393036" y="6516303"/>
            <a:ext cx="3405929" cy="33001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600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sz="16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o-RO" sz="16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o-RO" sz="1600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ianuarie 2021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0124895-D0A9-4176-B8D8-CCFEC132109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52650" y="1128712"/>
            <a:ext cx="7886700" cy="4600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961641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4DE2CC379442A4D8483D9D7B1BA3E35" ma:contentTypeVersion="3" ma:contentTypeDescription="Create a new document." ma:contentTypeScope="" ma:versionID="3cbd871ac436bbcd94953c6f74650012">
  <xsd:schema xmlns:xsd="http://www.w3.org/2001/XMLSchema" xmlns:xs="http://www.w3.org/2001/XMLSchema" xmlns:p="http://schemas.microsoft.com/office/2006/metadata/properties" xmlns:ns2="a1b380a0-b262-4a13-9203-497a21b8eee5" targetNamespace="http://schemas.microsoft.com/office/2006/metadata/properties" ma:root="true" ma:fieldsID="f82e0ce2898406bfa558450728792a3e" ns2:_="">
    <xsd:import namespace="a1b380a0-b262-4a13-9203-497a21b8eee5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1b380a0-b262-4a13-9203-497a21b8eee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E1E35000-20A4-46AA-9721-8A647503DBD3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3A26D046-7041-416F-84BD-1BD21FD06E0E}">
  <ds:schemaRefs>
    <ds:schemaRef ds:uri="http://schemas.microsoft.com/office/2006/metadata/properties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9DBCE67D-088A-45E0-965E-B9F3C8A9A3E4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a1b380a0-b262-4a13-9203-497a21b8eee5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23039</TotalTime>
  <Words>74</Words>
  <Application>Microsoft Office PowerPoint</Application>
  <PresentationFormat>Widescreen</PresentationFormat>
  <Paragraphs>21</Paragraphs>
  <Slides>7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8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Ioana Tomascu</dc:creator>
  <cp:lastModifiedBy>Cristian Mojolic</cp:lastModifiedBy>
  <cp:revision>394</cp:revision>
  <dcterms:created xsi:type="dcterms:W3CDTF">2020-03-23T10:17:43Z</dcterms:created>
  <dcterms:modified xsi:type="dcterms:W3CDTF">2026-02-20T21:22:09Z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0x010100E4DE2CC379442A4D8483D9D7B1BA3E35</vt:lpwstr>
  </property>
</Properties>
</file>